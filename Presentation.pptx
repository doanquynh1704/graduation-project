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61" r:id="rId4"/>
  </p:sldMasterIdLst>
  <p:notesMasterIdLst>
    <p:notesMasterId r:id="rId20"/>
  </p:notesMasterIdLst>
  <p:handoutMasterIdLst>
    <p:handoutMasterId r:id="rId21"/>
  </p:handoutMasterIdLst>
  <p:sldIdLst>
    <p:sldId id="390" r:id="rId5"/>
    <p:sldId id="423" r:id="rId6"/>
    <p:sldId id="424" r:id="rId7"/>
    <p:sldId id="450" r:id="rId8"/>
    <p:sldId id="429" r:id="rId9"/>
    <p:sldId id="451" r:id="rId10"/>
    <p:sldId id="383" r:id="rId11"/>
    <p:sldId id="452" r:id="rId12"/>
    <p:sldId id="453" r:id="rId13"/>
    <p:sldId id="454" r:id="rId14"/>
    <p:sldId id="455" r:id="rId15"/>
    <p:sldId id="456" r:id="rId16"/>
    <p:sldId id="457" r:id="rId17"/>
    <p:sldId id="458" r:id="rId18"/>
    <p:sldId id="42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9E8"/>
    <a:srgbClr val="F1EDEB"/>
    <a:srgbClr val="EEEAE9"/>
    <a:srgbClr val="535C13"/>
    <a:srgbClr val="418AB3"/>
    <a:srgbClr val="2C145C"/>
    <a:srgbClr val="A20602"/>
    <a:srgbClr val="FFFFFF"/>
    <a:srgbClr val="F0F5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388" autoAdjust="0"/>
  </p:normalViewPr>
  <p:slideViewPr>
    <p:cSldViewPr snapToGrid="0">
      <p:cViewPr varScale="1">
        <p:scale>
          <a:sx n="74" d="100"/>
          <a:sy n="74" d="100"/>
        </p:scale>
        <p:origin x="955" y="67"/>
      </p:cViewPr>
      <p:guideLst/>
    </p:cSldViewPr>
  </p:slideViewPr>
  <p:notesTextViewPr>
    <p:cViewPr>
      <p:scale>
        <a:sx n="1" d="1"/>
        <a:sy n="1" d="1"/>
      </p:scale>
      <p:origin x="0" y="0"/>
    </p:cViewPr>
  </p:notesTextViewPr>
  <p:notesViewPr>
    <p:cSldViewPr snapToGrid="0">
      <p:cViewPr varScale="1">
        <p:scale>
          <a:sx n="60" d="100"/>
          <a:sy n="60" d="100"/>
        </p:scale>
        <p:origin x="3187"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C5FF20-094C-4B4C-8503-77856AD48D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BAB9C37-3162-492E-B7A4-B3468F930D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3D420-8D24-4DB9-A857-19EF607B88A8}" type="datetimeFigureOut">
              <a:rPr lang="en-US" smtClean="0"/>
              <a:t>12/30/2025</a:t>
            </a:fld>
            <a:endParaRPr lang="en-US" dirty="0"/>
          </a:p>
        </p:txBody>
      </p:sp>
      <p:sp>
        <p:nvSpPr>
          <p:cNvPr id="4" name="Footer Placeholder 3">
            <a:extLst>
              <a:ext uri="{FF2B5EF4-FFF2-40B4-BE49-F238E27FC236}">
                <a16:creationId xmlns:a16="http://schemas.microsoft.com/office/drawing/2014/main" id="{0C5772A6-A2D0-4E9E-A5BB-A4C5956808F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13B8032-AFD5-4AF4-B658-6795E74657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7D5C99-9F83-458D-90B6-E6ED176E747E}" type="slidenum">
              <a:rPr lang="en-US" smtClean="0"/>
              <a:t>‹#›</a:t>
            </a:fld>
            <a:endParaRPr lang="en-US" dirty="0"/>
          </a:p>
        </p:txBody>
      </p:sp>
    </p:spTree>
    <p:extLst>
      <p:ext uri="{BB962C8B-B14F-4D97-AF65-F5344CB8AC3E}">
        <p14:creationId xmlns:p14="http://schemas.microsoft.com/office/powerpoint/2010/main" val="21013212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D840FA-1869-4E60-9E07-29E4497986F1}" type="datetimeFigureOut">
              <a:rPr lang="en-US" smtClean="0"/>
              <a:t>12/30/2025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9B8ACA-7904-40BD-B38E-FD81EA5319F6}" type="slidenum">
              <a:rPr lang="en-US" smtClean="0"/>
              <a:t>‹#›</a:t>
            </a:fld>
            <a:endParaRPr lang="en-US" dirty="0"/>
          </a:p>
        </p:txBody>
      </p:sp>
    </p:spTree>
    <p:extLst>
      <p:ext uri="{BB962C8B-B14F-4D97-AF65-F5344CB8AC3E}">
        <p14:creationId xmlns:p14="http://schemas.microsoft.com/office/powerpoint/2010/main" val="32066224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9B8ACA-7904-40BD-B38E-FD81EA5319F6}" type="slidenum">
              <a:rPr lang="en-US" smtClean="0"/>
              <a:t>0</a:t>
            </a:fld>
            <a:endParaRPr lang="en-US" dirty="0"/>
          </a:p>
        </p:txBody>
      </p:sp>
    </p:spTree>
    <p:extLst>
      <p:ext uri="{BB962C8B-B14F-4D97-AF65-F5344CB8AC3E}">
        <p14:creationId xmlns:p14="http://schemas.microsoft.com/office/powerpoint/2010/main" val="177413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AB1659C-931B-4D88-9E3F-38E165785555}"/>
              </a:ext>
              <a:ext uri="{C183D7F6-B498-43B3-948B-1728B52AA6E4}">
                <adec:decorative xmlns:adec="http://schemas.microsoft.com/office/drawing/2017/decorative" val="0"/>
              </a:ext>
            </a:extLst>
          </p:cNvPr>
          <p:cNvSpPr>
            <a:spLocks noGrp="1"/>
          </p:cNvSpPr>
          <p:nvPr>
            <p:ph type="pic" sz="quarter" idx="10" hasCustomPrompt="1"/>
          </p:nvPr>
        </p:nvSpPr>
        <p:spPr>
          <a:xfrm>
            <a:off x="0" y="0"/>
            <a:ext cx="12192000" cy="6858000"/>
          </a:xfrm>
        </p:spPr>
        <p:txBody>
          <a:bodyPr anchor="ctr"/>
          <a:lstStyle>
            <a:lvl1pPr marL="0" indent="0" algn="ctr">
              <a:buNone/>
              <a:defRPr/>
            </a:lvl1pPr>
          </a:lstStyle>
          <a:p>
            <a:r>
              <a:rPr lang="en-US" dirty="0"/>
              <a:t>Add a picture </a:t>
            </a:r>
          </a:p>
        </p:txBody>
      </p:sp>
      <p:sp>
        <p:nvSpPr>
          <p:cNvPr id="2" name="Title 1">
            <a:extLst>
              <a:ext uri="{FF2B5EF4-FFF2-40B4-BE49-F238E27FC236}">
                <a16:creationId xmlns:a16="http://schemas.microsoft.com/office/drawing/2014/main" id="{9434CD67-C668-42E8-AC37-E29C76B0242B}"/>
              </a:ext>
            </a:extLst>
          </p:cNvPr>
          <p:cNvSpPr>
            <a:spLocks noGrp="1"/>
          </p:cNvSpPr>
          <p:nvPr>
            <p:ph type="ctrTitle" hasCustomPrompt="1"/>
          </p:nvPr>
        </p:nvSpPr>
        <p:spPr>
          <a:xfrm>
            <a:off x="457200" y="457200"/>
            <a:ext cx="11201400" cy="1097280"/>
          </a:xfrm>
          <a:prstGeom prst="rect">
            <a:avLst/>
          </a:prstGeom>
        </p:spPr>
        <p:txBody>
          <a:bodyPr tIns="0" anchor="t" anchorCtr="0">
            <a:noAutofit/>
          </a:bodyPr>
          <a:lstStyle>
            <a:lvl1pPr algn="l">
              <a:defRPr sz="7200" b="1" i="1" spc="100" baseline="0">
                <a:solidFill>
                  <a:schemeClr val="tx1">
                    <a:lumMod val="85000"/>
                    <a:lumOff val="15000"/>
                  </a:schemeClr>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44FD748F-42E3-495F-974D-1BDF0F1FA527}"/>
              </a:ext>
            </a:extLst>
          </p:cNvPr>
          <p:cNvSpPr>
            <a:spLocks noGrp="1"/>
          </p:cNvSpPr>
          <p:nvPr>
            <p:ph type="subTitle" idx="1" hasCustomPrompt="1"/>
          </p:nvPr>
        </p:nvSpPr>
        <p:spPr>
          <a:xfrm>
            <a:off x="457201" y="1554480"/>
            <a:ext cx="11201400" cy="638022"/>
          </a:xfrm>
        </p:spPr>
        <p:txBody>
          <a:bodyPr>
            <a:normAutofit/>
          </a:bodyPr>
          <a:lstStyle>
            <a:lvl1pPr marL="0" indent="0" algn="l">
              <a:buNone/>
              <a:defRPr sz="1800" b="1" i="1" cap="none" spc="0" baseline="0">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095102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ecipe Layout 1">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B73CD6-4AD9-41DA-9481-BA512E885FE5}"/>
              </a:ext>
            </a:extLst>
          </p:cNvPr>
          <p:cNvSpPr>
            <a:spLocks noGrp="1"/>
          </p:cNvSpPr>
          <p:nvPr>
            <p:ph type="title" hasCustomPrompt="1"/>
          </p:nvPr>
        </p:nvSpPr>
        <p:spPr>
          <a:xfrm>
            <a:off x="4453128" y="457200"/>
            <a:ext cx="6858000" cy="609411"/>
          </a:xfrm>
          <a:prstGeom prst="rect">
            <a:avLst/>
          </a:prstGeom>
        </p:spPr>
        <p:txBody>
          <a:bodyPr lIns="91440" tIns="0" bIns="0" anchor="t" anchorCtr="0">
            <a:noAutofit/>
          </a:bodyPr>
          <a:lstStyle>
            <a:lvl1pPr>
              <a:lnSpc>
                <a:spcPct val="90000"/>
              </a:lnSpc>
              <a:defRPr sz="3800">
                <a:solidFill>
                  <a:schemeClr val="tx1">
                    <a:lumMod val="85000"/>
                    <a:lumOff val="15000"/>
                  </a:schemeClr>
                </a:solidFill>
                <a:latin typeface="+mj-lt"/>
              </a:defRPr>
            </a:lvl1pPr>
          </a:lstStyle>
          <a:p>
            <a:r>
              <a:rPr lang="en-US" dirty="0"/>
              <a:t>Click to add title</a:t>
            </a:r>
          </a:p>
        </p:txBody>
      </p:sp>
      <p:sp>
        <p:nvSpPr>
          <p:cNvPr id="20" name="Subtitle 2">
            <a:extLst>
              <a:ext uri="{FF2B5EF4-FFF2-40B4-BE49-F238E27FC236}">
                <a16:creationId xmlns:a16="http://schemas.microsoft.com/office/drawing/2014/main" id="{F41F7CAD-B5BC-36F0-94FE-05FCE6E68801}"/>
              </a:ext>
            </a:extLst>
          </p:cNvPr>
          <p:cNvSpPr>
            <a:spLocks noGrp="1"/>
          </p:cNvSpPr>
          <p:nvPr>
            <p:ph type="subTitle" idx="11" hasCustomPrompt="1"/>
          </p:nvPr>
        </p:nvSpPr>
        <p:spPr>
          <a:xfrm>
            <a:off x="4453127" y="1234440"/>
            <a:ext cx="6857999" cy="365760"/>
          </a:xfrm>
        </p:spPr>
        <p:txBody>
          <a:bodyPr>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Picture Placeholder 4">
            <a:extLst>
              <a:ext uri="{FF2B5EF4-FFF2-40B4-BE49-F238E27FC236}">
                <a16:creationId xmlns:a16="http://schemas.microsoft.com/office/drawing/2014/main" id="{E2097EA0-E1A4-437B-A23F-488927B95FE3}"/>
              </a:ext>
            </a:extLst>
          </p:cNvPr>
          <p:cNvSpPr>
            <a:spLocks noGrp="1"/>
          </p:cNvSpPr>
          <p:nvPr>
            <p:ph type="pic" sz="quarter" idx="10" hasCustomPrompt="1"/>
          </p:nvPr>
        </p:nvSpPr>
        <p:spPr>
          <a:xfrm>
            <a:off x="0" y="0"/>
            <a:ext cx="3971109" cy="6858000"/>
          </a:xfrm>
          <a:noFill/>
        </p:spPr>
        <p:txBody>
          <a:bodyPr anchor="ctr"/>
          <a:lstStyle>
            <a:lvl1pPr marL="0" indent="0" algn="ctr">
              <a:buNone/>
              <a:defRPr/>
            </a:lvl1pPr>
          </a:lstStyle>
          <a:p>
            <a:r>
              <a:rPr lang="en-US" dirty="0"/>
              <a:t>Add a picture </a:t>
            </a:r>
          </a:p>
        </p:txBody>
      </p:sp>
      <p:sp>
        <p:nvSpPr>
          <p:cNvPr id="22" name="Text Placeholder 3">
            <a:extLst>
              <a:ext uri="{FF2B5EF4-FFF2-40B4-BE49-F238E27FC236}">
                <a16:creationId xmlns:a16="http://schemas.microsoft.com/office/drawing/2014/main" id="{286B12DA-FA09-A9F6-13EE-795F5152B5B7}"/>
              </a:ext>
            </a:extLst>
          </p:cNvPr>
          <p:cNvSpPr>
            <a:spLocks noGrp="1"/>
          </p:cNvSpPr>
          <p:nvPr>
            <p:ph type="body" sz="half" idx="12" hasCustomPrompt="1"/>
          </p:nvPr>
        </p:nvSpPr>
        <p:spPr>
          <a:xfrm>
            <a:off x="4453128"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3" name="Text Placeholder 3">
            <a:extLst>
              <a:ext uri="{FF2B5EF4-FFF2-40B4-BE49-F238E27FC236}">
                <a16:creationId xmlns:a16="http://schemas.microsoft.com/office/drawing/2014/main" id="{7360E21A-8528-AA7D-38F2-EF7EFC92CF36}"/>
              </a:ext>
            </a:extLst>
          </p:cNvPr>
          <p:cNvSpPr>
            <a:spLocks noGrp="1"/>
          </p:cNvSpPr>
          <p:nvPr>
            <p:ph type="body" sz="half" idx="13" hasCustomPrompt="1"/>
          </p:nvPr>
        </p:nvSpPr>
        <p:spPr>
          <a:xfrm>
            <a:off x="4453128" y="2194559"/>
            <a:ext cx="3291840" cy="2000923"/>
          </a:xfrm>
        </p:spPr>
        <p:txBody>
          <a:bodyPr numCol="1">
            <a:noAutofit/>
          </a:bodyPr>
          <a:lstStyle>
            <a:lvl1pPr marL="228600" indent="-228600" hangingPunct="0">
              <a:lnSpc>
                <a:spcPts val="1400"/>
              </a:lnSpc>
              <a:spcBef>
                <a:spcPts val="0"/>
              </a:spcBef>
              <a:spcAft>
                <a:spcPts val="700"/>
              </a:spcAft>
              <a:buFont typeface="Arial" panose="020B0604020202020204" pitchFamily="34" charset="0"/>
              <a:buChar char="•"/>
              <a:tabLst>
                <a:tab pos="112713" algn="r"/>
                <a:tab pos="233363" algn="l"/>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27">
            <a:extLst>
              <a:ext uri="{FF2B5EF4-FFF2-40B4-BE49-F238E27FC236}">
                <a16:creationId xmlns:a16="http://schemas.microsoft.com/office/drawing/2014/main" id="{EF397C28-0C1D-A853-FDE9-F0E8F3CE6ADA}"/>
              </a:ext>
            </a:extLst>
          </p:cNvPr>
          <p:cNvSpPr>
            <a:spLocks noGrp="1"/>
          </p:cNvSpPr>
          <p:nvPr>
            <p:ph type="body" sz="quarter" idx="16" hasCustomPrompt="1"/>
          </p:nvPr>
        </p:nvSpPr>
        <p:spPr>
          <a:xfrm>
            <a:off x="4453127" y="4447715"/>
            <a:ext cx="2382677" cy="1373775"/>
          </a:xfrm>
          <a:noFill/>
          <a:ln w="25400">
            <a:solidFill>
              <a:schemeClr val="bg2"/>
            </a:solidFill>
          </a:ln>
        </p:spPr>
        <p:txBody>
          <a:bodyPr lIns="182880" tIns="137160" rIns="182880" bIns="182880" anchor="t" anchorCtr="0">
            <a:noAutofit/>
          </a:bodyPr>
          <a:lstStyle>
            <a:lvl1pPr marL="0" indent="0" algn="l">
              <a:lnSpc>
                <a:spcPct val="100000"/>
              </a:lnSpc>
              <a:spcBef>
                <a:spcPts val="0"/>
              </a:spcBef>
              <a:buNone/>
              <a:defRPr sz="1400" b="1" i="0" cap="all" baseline="0">
                <a:solidFill>
                  <a:schemeClr val="accent2">
                    <a:lumMod val="50000"/>
                  </a:schemeClr>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6" name="Text Placeholder 5">
            <a:extLst>
              <a:ext uri="{FF2B5EF4-FFF2-40B4-BE49-F238E27FC236}">
                <a16:creationId xmlns:a16="http://schemas.microsoft.com/office/drawing/2014/main" id="{75FF0A15-82B0-95DF-9F8F-19D2C68E1CC8}"/>
              </a:ext>
            </a:extLst>
          </p:cNvPr>
          <p:cNvSpPr>
            <a:spLocks noGrp="1"/>
          </p:cNvSpPr>
          <p:nvPr>
            <p:ph type="body" sz="quarter" idx="18" hasCustomPrompt="1"/>
          </p:nvPr>
        </p:nvSpPr>
        <p:spPr>
          <a:xfrm>
            <a:off x="4536228" y="4831975"/>
            <a:ext cx="2214282" cy="913533"/>
          </a:xfrm>
        </p:spPr>
        <p:txBody>
          <a:bodyPr/>
          <a:lstStyle>
            <a:lvl1pPr marL="0" indent="0">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a:t>
            </a:r>
          </a:p>
        </p:txBody>
      </p:sp>
      <p:sp>
        <p:nvSpPr>
          <p:cNvPr id="24" name="Text Placeholder 3">
            <a:extLst>
              <a:ext uri="{FF2B5EF4-FFF2-40B4-BE49-F238E27FC236}">
                <a16:creationId xmlns:a16="http://schemas.microsoft.com/office/drawing/2014/main" id="{D873DCFF-5889-873A-FEF4-22E59DC24696}"/>
              </a:ext>
            </a:extLst>
          </p:cNvPr>
          <p:cNvSpPr>
            <a:spLocks noGrp="1"/>
          </p:cNvSpPr>
          <p:nvPr>
            <p:ph type="body" sz="half" idx="14" hasCustomPrompt="1"/>
          </p:nvPr>
        </p:nvSpPr>
        <p:spPr>
          <a:xfrm>
            <a:off x="8001000"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5" name="Text Placeholder 3">
            <a:extLst>
              <a:ext uri="{FF2B5EF4-FFF2-40B4-BE49-F238E27FC236}">
                <a16:creationId xmlns:a16="http://schemas.microsoft.com/office/drawing/2014/main" id="{5FAC96DB-FC65-87E4-1980-B1FF3C628DB0}"/>
              </a:ext>
            </a:extLst>
          </p:cNvPr>
          <p:cNvSpPr>
            <a:spLocks noGrp="1"/>
          </p:cNvSpPr>
          <p:nvPr>
            <p:ph type="body" sz="half" idx="15" hasCustomPrompt="1"/>
          </p:nvPr>
        </p:nvSpPr>
        <p:spPr>
          <a:xfrm>
            <a:off x="8001000" y="2194559"/>
            <a:ext cx="3291840" cy="3550949"/>
          </a:xfrm>
        </p:spPr>
        <p:txBody>
          <a:bodyPr numCol="1">
            <a:noAutofit/>
          </a:bodyPr>
          <a:lstStyle>
            <a:lvl1pPr marL="0" indent="0">
              <a:spcBef>
                <a:spcPts val="600"/>
              </a:spcBef>
              <a:spcAft>
                <a:spcPts val="1000"/>
              </a:spcAft>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7" name="Text Placeholder 3">
            <a:extLst>
              <a:ext uri="{FF2B5EF4-FFF2-40B4-BE49-F238E27FC236}">
                <a16:creationId xmlns:a16="http://schemas.microsoft.com/office/drawing/2014/main" id="{39717C9F-E573-041C-8212-A9E04D40638D}"/>
              </a:ext>
            </a:extLst>
          </p:cNvPr>
          <p:cNvSpPr>
            <a:spLocks noGrp="1"/>
          </p:cNvSpPr>
          <p:nvPr>
            <p:ph type="body" sz="half" idx="17" hasCustomPrompt="1"/>
          </p:nvPr>
        </p:nvSpPr>
        <p:spPr>
          <a:xfrm>
            <a:off x="4453127" y="6061039"/>
            <a:ext cx="6821425" cy="385480"/>
          </a:xfrm>
        </p:spPr>
        <p:txBody>
          <a:bodyPr bIns="0" numCol="1" anchor="t"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6" name="Slide Number Placeholder 5">
            <a:extLst>
              <a:ext uri="{FF2B5EF4-FFF2-40B4-BE49-F238E27FC236}">
                <a16:creationId xmlns:a16="http://schemas.microsoft.com/office/drawing/2014/main" id="{7B87CD47-95A7-4ABC-AD12-8F916194D62B}"/>
              </a:ext>
            </a:extLst>
          </p:cNvPr>
          <p:cNvSpPr>
            <a:spLocks noGrp="1"/>
          </p:cNvSpPr>
          <p:nvPr>
            <p:ph type="sldNum" sz="quarter" idx="4"/>
          </p:nvPr>
        </p:nvSpPr>
        <p:spPr>
          <a:xfrm>
            <a:off x="11274552" y="6061039"/>
            <a:ext cx="457200" cy="38548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747909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cipe Layout 2">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453128" y="457200"/>
            <a:ext cx="6858000" cy="731520"/>
          </a:xfrm>
          <a:prstGeom prst="rect">
            <a:avLst/>
          </a:prstGeom>
        </p:spPr>
        <p:txBody>
          <a:bodyPr lIns="91440" tIns="0" bIns="91440" anchor="t" anchorCtr="0">
            <a:noAutofit/>
          </a:bodyPr>
          <a:lstStyle>
            <a:lvl1pPr>
              <a:defRPr sz="3800">
                <a:solidFill>
                  <a:schemeClr val="tx1">
                    <a:lumMod val="85000"/>
                    <a:lumOff val="15000"/>
                  </a:schemeClr>
                </a:solidFill>
                <a:latin typeface="+mj-lt"/>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453128" y="1234440"/>
            <a:ext cx="6858000" cy="365760"/>
          </a:xfrm>
        </p:spPr>
        <p:txBody>
          <a:bodyPr>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0" name="Picture Placeholder 29" descr="An empty placeholder to add an image. Click on the placeholder and select the image that you wish to add.">
            <a:extLst>
              <a:ext uri="{FF2B5EF4-FFF2-40B4-BE49-F238E27FC236}">
                <a16:creationId xmlns:a16="http://schemas.microsoft.com/office/drawing/2014/main" id="{69A9EAF2-ED61-42E4-B65B-25E4AA320B13}"/>
              </a:ext>
            </a:extLst>
          </p:cNvPr>
          <p:cNvSpPr>
            <a:spLocks noGrp="1"/>
          </p:cNvSpPr>
          <p:nvPr>
            <p:ph type="pic" sz="quarter" idx="17" hasCustomPrompt="1"/>
          </p:nvPr>
        </p:nvSpPr>
        <p:spPr>
          <a:xfrm>
            <a:off x="0" y="0"/>
            <a:ext cx="3968496" cy="6858000"/>
          </a:xfrm>
          <a:noFill/>
        </p:spPr>
        <p:txBody>
          <a:bodyPr anchor="ctr" anchorCtr="0"/>
          <a:lstStyle>
            <a:lvl1pPr marL="0" indent="0" algn="ctr">
              <a:buNone/>
              <a:defRPr/>
            </a:lvl1pPr>
          </a:lstStyle>
          <a:p>
            <a:r>
              <a:rPr lang="en-US" dirty="0"/>
              <a:t>Add a picture</a:t>
            </a:r>
          </a:p>
        </p:txBody>
      </p:sp>
      <p:sp>
        <p:nvSpPr>
          <p:cNvPr id="22" name="Text Placeholder 3">
            <a:extLst>
              <a:ext uri="{FF2B5EF4-FFF2-40B4-BE49-F238E27FC236}">
                <a16:creationId xmlns:a16="http://schemas.microsoft.com/office/drawing/2014/main" id="{425F942B-DAF3-40B3-B77F-A8C9BE692B7D}"/>
              </a:ext>
            </a:extLst>
          </p:cNvPr>
          <p:cNvSpPr>
            <a:spLocks noGrp="1"/>
          </p:cNvSpPr>
          <p:nvPr>
            <p:ph type="body" sz="half" idx="11" hasCustomPrompt="1"/>
          </p:nvPr>
        </p:nvSpPr>
        <p:spPr>
          <a:xfrm>
            <a:off x="4453128"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3" name="Text Placeholder 3">
            <a:extLst>
              <a:ext uri="{FF2B5EF4-FFF2-40B4-BE49-F238E27FC236}">
                <a16:creationId xmlns:a16="http://schemas.microsoft.com/office/drawing/2014/main" id="{8FC874B6-474C-46DC-AB76-6E061A973B8A}"/>
              </a:ext>
            </a:extLst>
          </p:cNvPr>
          <p:cNvSpPr>
            <a:spLocks noGrp="1"/>
          </p:cNvSpPr>
          <p:nvPr>
            <p:ph type="body" sz="half" idx="12" hasCustomPrompt="1"/>
          </p:nvPr>
        </p:nvSpPr>
        <p:spPr>
          <a:xfrm>
            <a:off x="4453128" y="2194559"/>
            <a:ext cx="3291840" cy="3657600"/>
          </a:xfrm>
        </p:spPr>
        <p:txBody>
          <a:bodyPr numCol="1">
            <a:noAutofit/>
          </a:bodyPr>
          <a:lstStyle>
            <a:lvl1pPr marL="228600" indent="-228600">
              <a:lnSpc>
                <a:spcPts val="1400"/>
              </a:lnSpc>
              <a:spcBef>
                <a:spcPts val="0"/>
              </a:spcBef>
              <a:spcAft>
                <a:spcPts val="700"/>
              </a:spcAft>
              <a:buFont typeface="Arial" panose="020B0604020202020204" pitchFamily="34" charset="0"/>
              <a:buChar char="•"/>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4" name="Text Placeholder 3">
            <a:extLst>
              <a:ext uri="{FF2B5EF4-FFF2-40B4-BE49-F238E27FC236}">
                <a16:creationId xmlns:a16="http://schemas.microsoft.com/office/drawing/2014/main" id="{C7B6AD5B-AEF5-4540-940C-B1E1FEA3BCAB}"/>
              </a:ext>
            </a:extLst>
          </p:cNvPr>
          <p:cNvSpPr>
            <a:spLocks noGrp="1"/>
          </p:cNvSpPr>
          <p:nvPr>
            <p:ph type="body" sz="half" idx="13" hasCustomPrompt="1"/>
          </p:nvPr>
        </p:nvSpPr>
        <p:spPr>
          <a:xfrm>
            <a:off x="8001000"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5" name="Text Placeholder 3">
            <a:extLst>
              <a:ext uri="{FF2B5EF4-FFF2-40B4-BE49-F238E27FC236}">
                <a16:creationId xmlns:a16="http://schemas.microsoft.com/office/drawing/2014/main" id="{02D6ECAC-8814-4C60-BF83-103E85E412C4}"/>
              </a:ext>
            </a:extLst>
          </p:cNvPr>
          <p:cNvSpPr>
            <a:spLocks noGrp="1"/>
          </p:cNvSpPr>
          <p:nvPr>
            <p:ph type="body" sz="half" idx="14" hasCustomPrompt="1"/>
          </p:nvPr>
        </p:nvSpPr>
        <p:spPr>
          <a:xfrm>
            <a:off x="8001000" y="2194560"/>
            <a:ext cx="3291840" cy="2011680"/>
          </a:xfrm>
        </p:spPr>
        <p:txBody>
          <a:bodyPr numCol="1">
            <a:noAutofit/>
          </a:bodyPr>
          <a:lstStyle>
            <a:lvl1pPr marL="0" indent="0">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8" name="Text Placeholder 27">
            <a:extLst>
              <a:ext uri="{FF2B5EF4-FFF2-40B4-BE49-F238E27FC236}">
                <a16:creationId xmlns:a16="http://schemas.microsoft.com/office/drawing/2014/main" id="{2BBF59D2-23BC-4077-814F-E2E3AE580999}"/>
              </a:ext>
            </a:extLst>
          </p:cNvPr>
          <p:cNvSpPr>
            <a:spLocks noGrp="1"/>
          </p:cNvSpPr>
          <p:nvPr>
            <p:ph type="body" sz="quarter" idx="16" hasCustomPrompt="1"/>
          </p:nvPr>
        </p:nvSpPr>
        <p:spPr>
          <a:xfrm>
            <a:off x="8001000" y="4379256"/>
            <a:ext cx="2286000" cy="1472903"/>
          </a:xfrm>
          <a:noFill/>
          <a:ln w="25400">
            <a:solidFill>
              <a:schemeClr val="bg2"/>
            </a:solidFill>
          </a:ln>
        </p:spPr>
        <p:txBody>
          <a:bodyPr lIns="182880" tIns="182880" rIns="182880" bIns="182880" anchor="t" anchorCtr="0">
            <a:noAutofit/>
          </a:bodyPr>
          <a:lstStyle>
            <a:lvl1pPr marL="0" indent="0" algn="l">
              <a:lnSpc>
                <a:spcPct val="100000"/>
              </a:lnSpc>
              <a:spcBef>
                <a:spcPts val="0"/>
              </a:spcBef>
              <a:buNone/>
              <a:defRPr sz="1400" b="1" i="0" cap="all" baseline="0">
                <a:solidFill>
                  <a:schemeClr val="accent2">
                    <a:lumMod val="50000"/>
                  </a:schemeClr>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6" name="Text Placeholder 5">
            <a:extLst>
              <a:ext uri="{FF2B5EF4-FFF2-40B4-BE49-F238E27FC236}">
                <a16:creationId xmlns:a16="http://schemas.microsoft.com/office/drawing/2014/main" id="{0D26317B-51D7-0B25-F2DE-D12AF43DC82A}"/>
              </a:ext>
            </a:extLst>
          </p:cNvPr>
          <p:cNvSpPr>
            <a:spLocks noGrp="1"/>
          </p:cNvSpPr>
          <p:nvPr>
            <p:ph type="body" sz="quarter" idx="18" hasCustomPrompt="1"/>
          </p:nvPr>
        </p:nvSpPr>
        <p:spPr>
          <a:xfrm>
            <a:off x="8104372" y="4831415"/>
            <a:ext cx="2102035" cy="923926"/>
          </a:xfrm>
        </p:spPr>
        <p:txBody>
          <a:bodyPr/>
          <a:lstStyle>
            <a:lvl1pPr marL="0" indent="0">
              <a:buNone/>
              <a:defRPr sz="1200">
                <a:solidFill>
                  <a:schemeClr val="tx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 </a:t>
            </a:r>
          </a:p>
        </p:txBody>
      </p:sp>
      <p:sp>
        <p:nvSpPr>
          <p:cNvPr id="26" name="Text Placeholder 3">
            <a:extLst>
              <a:ext uri="{FF2B5EF4-FFF2-40B4-BE49-F238E27FC236}">
                <a16:creationId xmlns:a16="http://schemas.microsoft.com/office/drawing/2014/main" id="{65B16179-CC8B-4981-9526-8E3E08E72C6A}"/>
              </a:ext>
            </a:extLst>
          </p:cNvPr>
          <p:cNvSpPr>
            <a:spLocks noGrp="1"/>
          </p:cNvSpPr>
          <p:nvPr>
            <p:ph type="body" sz="half" idx="15" hasCustomPrompt="1"/>
          </p:nvPr>
        </p:nvSpPr>
        <p:spPr>
          <a:xfrm>
            <a:off x="4453128" y="6078071"/>
            <a:ext cx="6821424" cy="365760"/>
          </a:xfrm>
        </p:spPr>
        <p:txBody>
          <a:bodyPr bIns="0" numCol="1" anchor="t"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 name="Slide Number Placeholder 5">
            <a:extLst>
              <a:ext uri="{FF2B5EF4-FFF2-40B4-BE49-F238E27FC236}">
                <a16:creationId xmlns:a16="http://schemas.microsoft.com/office/drawing/2014/main" id="{08A89469-622B-8F34-ABA7-F43C49266D49}"/>
              </a:ext>
            </a:extLst>
          </p:cNvPr>
          <p:cNvSpPr>
            <a:spLocks noGrp="1"/>
          </p:cNvSpPr>
          <p:nvPr>
            <p:ph type="sldNum" sz="quarter" idx="4"/>
          </p:nvPr>
        </p:nvSpPr>
        <p:spPr>
          <a:xfrm>
            <a:off x="11274552" y="6078071"/>
            <a:ext cx="457200" cy="368448"/>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1064330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cipe Layout 3">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450080" y="457200"/>
            <a:ext cx="6858000" cy="731520"/>
          </a:xfrm>
          <a:prstGeom prst="rect">
            <a:avLst/>
          </a:prstGeom>
        </p:spPr>
        <p:txBody>
          <a:bodyPr lIns="91440" tIns="0" rIns="0" bIns="91440" anchor="t" anchorCtr="0">
            <a:noAutofit/>
          </a:bodyPr>
          <a:lstStyle>
            <a:lvl1pPr>
              <a:defRPr sz="3800">
                <a:solidFill>
                  <a:schemeClr val="tx1">
                    <a:lumMod val="85000"/>
                    <a:lumOff val="15000"/>
                  </a:schemeClr>
                </a:solidFill>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450080" y="1234440"/>
            <a:ext cx="6858000" cy="399876"/>
          </a:xfrm>
        </p:spPr>
        <p:txBody>
          <a:bodyPr lIns="91440">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Rectangle 2">
            <a:extLst>
              <a:ext uri="{FF2B5EF4-FFF2-40B4-BE49-F238E27FC236}">
                <a16:creationId xmlns:a16="http://schemas.microsoft.com/office/drawing/2014/main" id="{F9B3E8FC-A34C-B9D5-8365-5C51439D7BC1}"/>
              </a:ext>
              <a:ext uri="{C183D7F6-B498-43B3-948B-1728B52AA6E4}">
                <adec:decorative xmlns:adec="http://schemas.microsoft.com/office/drawing/2017/decorative" val="1"/>
              </a:ext>
            </a:extLst>
          </p:cNvPr>
          <p:cNvSpPr/>
          <p:nvPr userDrawn="1"/>
        </p:nvSpPr>
        <p:spPr>
          <a:xfrm>
            <a:off x="0" y="0"/>
            <a:ext cx="3968496"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 Placeholder 3">
            <a:extLst>
              <a:ext uri="{FF2B5EF4-FFF2-40B4-BE49-F238E27FC236}">
                <a16:creationId xmlns:a16="http://schemas.microsoft.com/office/drawing/2014/main" id="{425F942B-DAF3-40B3-B77F-A8C9BE692B7D}"/>
              </a:ext>
            </a:extLst>
          </p:cNvPr>
          <p:cNvSpPr>
            <a:spLocks noGrp="1"/>
          </p:cNvSpPr>
          <p:nvPr>
            <p:ph type="body" sz="half" idx="11" hasCustomPrompt="1"/>
          </p:nvPr>
        </p:nvSpPr>
        <p:spPr>
          <a:xfrm>
            <a:off x="457200" y="457200"/>
            <a:ext cx="3017520" cy="365760"/>
          </a:xfrm>
        </p:spPr>
        <p:txBody>
          <a:bodyPr>
            <a:noAutofit/>
          </a:bodyPr>
          <a:lstStyle>
            <a:lvl1pPr marL="0" indent="0" algn="l">
              <a:buNone/>
              <a:defRPr sz="1400" b="1" i="0" cap="all" spc="100" baseline="0">
                <a:solidFill>
                  <a:schemeClr val="tx1"/>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3" name="Text Placeholder 3">
            <a:extLst>
              <a:ext uri="{FF2B5EF4-FFF2-40B4-BE49-F238E27FC236}">
                <a16:creationId xmlns:a16="http://schemas.microsoft.com/office/drawing/2014/main" id="{8FC874B6-474C-46DC-AB76-6E061A973B8A}"/>
              </a:ext>
            </a:extLst>
          </p:cNvPr>
          <p:cNvSpPr>
            <a:spLocks noGrp="1"/>
          </p:cNvSpPr>
          <p:nvPr>
            <p:ph type="body" sz="half" idx="12" hasCustomPrompt="1"/>
          </p:nvPr>
        </p:nvSpPr>
        <p:spPr>
          <a:xfrm>
            <a:off x="457200" y="822960"/>
            <a:ext cx="3017520" cy="4825486"/>
          </a:xfrm>
        </p:spPr>
        <p:txBody>
          <a:bodyPr numCol="1">
            <a:noAutofit/>
          </a:bodyPr>
          <a:lstStyle>
            <a:lvl1pPr marL="228600" indent="-228600">
              <a:lnSpc>
                <a:spcPts val="1400"/>
              </a:lnSpc>
              <a:spcBef>
                <a:spcPts val="0"/>
              </a:spcBef>
              <a:spcAft>
                <a:spcPts val="700"/>
              </a:spcAft>
              <a:buFont typeface="Arial" panose="020B0604020202020204" pitchFamily="34" charset="0"/>
              <a:buChar char="•"/>
              <a:tabLst>
                <a:tab pos="112713" algn="r"/>
                <a:tab pos="233363" algn="l"/>
              </a:tabLst>
              <a:defRPr sz="1200" baseline="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3">
            <a:extLst>
              <a:ext uri="{FF2B5EF4-FFF2-40B4-BE49-F238E27FC236}">
                <a16:creationId xmlns:a16="http://schemas.microsoft.com/office/drawing/2014/main" id="{65B16179-CC8B-4981-9526-8E3E08E72C6A}"/>
              </a:ext>
            </a:extLst>
          </p:cNvPr>
          <p:cNvSpPr>
            <a:spLocks noGrp="1"/>
          </p:cNvSpPr>
          <p:nvPr>
            <p:ph type="body" sz="half" idx="15" hasCustomPrompt="1"/>
          </p:nvPr>
        </p:nvSpPr>
        <p:spPr>
          <a:xfrm>
            <a:off x="457200" y="5899670"/>
            <a:ext cx="3017520" cy="590774"/>
          </a:xfrm>
        </p:spPr>
        <p:txBody>
          <a:bodyPr bIns="0" numCol="1" anchor="t" anchorCtr="0">
            <a:noAutofit/>
          </a:bodyPr>
          <a:lstStyle>
            <a:lvl1pPr marL="0" indent="0">
              <a:lnSpc>
                <a:spcPts val="1400"/>
              </a:lnSpc>
              <a:spcBef>
                <a:spcPts val="0"/>
              </a:spcBef>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9" name="Text Placeholder 8">
            <a:extLst>
              <a:ext uri="{FF2B5EF4-FFF2-40B4-BE49-F238E27FC236}">
                <a16:creationId xmlns:a16="http://schemas.microsoft.com/office/drawing/2014/main" id="{25014CF3-9F46-B306-A321-E12B99157F07}"/>
              </a:ext>
            </a:extLst>
          </p:cNvPr>
          <p:cNvSpPr>
            <a:spLocks noGrp="1"/>
          </p:cNvSpPr>
          <p:nvPr>
            <p:ph type="body" sz="quarter" idx="33" hasCustomPrompt="1"/>
          </p:nvPr>
        </p:nvSpPr>
        <p:spPr>
          <a:xfrm>
            <a:off x="4294095" y="1828798"/>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29" name="Text Placeholder 3">
            <a:extLst>
              <a:ext uri="{FF2B5EF4-FFF2-40B4-BE49-F238E27FC236}">
                <a16:creationId xmlns:a16="http://schemas.microsoft.com/office/drawing/2014/main" id="{B934946C-9253-40AA-84F7-378E3106E765}"/>
              </a:ext>
            </a:extLst>
          </p:cNvPr>
          <p:cNvSpPr>
            <a:spLocks noGrp="1"/>
          </p:cNvSpPr>
          <p:nvPr>
            <p:ph type="body" sz="half" idx="21" hasCustomPrompt="1"/>
          </p:nvPr>
        </p:nvSpPr>
        <p:spPr>
          <a:xfrm>
            <a:off x="4911773" y="1828798"/>
            <a:ext cx="2377440" cy="137160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5" name="Picture Placeholder 29" descr="An empty placeholder to add an image. Click on the placeholder and select the image that you wish to add.">
            <a:extLst>
              <a:ext uri="{FF2B5EF4-FFF2-40B4-BE49-F238E27FC236}">
                <a16:creationId xmlns:a16="http://schemas.microsoft.com/office/drawing/2014/main" id="{1216BA9B-211A-403E-8645-BA7B4B237633}"/>
              </a:ext>
            </a:extLst>
          </p:cNvPr>
          <p:cNvSpPr>
            <a:spLocks noGrp="1"/>
          </p:cNvSpPr>
          <p:nvPr>
            <p:ph type="pic" sz="quarter" idx="19" hasCustomPrompt="1"/>
          </p:nvPr>
        </p:nvSpPr>
        <p:spPr>
          <a:xfrm>
            <a:off x="7536029" y="1828798"/>
            <a:ext cx="1645920" cy="1371600"/>
          </a:xfrm>
          <a:noFill/>
        </p:spPr>
        <p:txBody>
          <a:bodyPr anchor="ctr" anchorCtr="0">
            <a:normAutofit/>
          </a:bodyPr>
          <a:lstStyle>
            <a:lvl1pPr marL="0" indent="0" algn="ctr">
              <a:buNone/>
              <a:defRPr sz="2000"/>
            </a:lvl1pPr>
          </a:lstStyle>
          <a:p>
            <a:r>
              <a:rPr lang="en-US" dirty="0"/>
              <a:t>Add a picture</a:t>
            </a:r>
          </a:p>
        </p:txBody>
      </p:sp>
      <p:sp>
        <p:nvSpPr>
          <p:cNvPr id="10" name="Text Placeholder 8">
            <a:extLst>
              <a:ext uri="{FF2B5EF4-FFF2-40B4-BE49-F238E27FC236}">
                <a16:creationId xmlns:a16="http://schemas.microsoft.com/office/drawing/2014/main" id="{5C47D7B1-0313-A237-578A-846401657F08}"/>
              </a:ext>
            </a:extLst>
          </p:cNvPr>
          <p:cNvSpPr>
            <a:spLocks noGrp="1"/>
          </p:cNvSpPr>
          <p:nvPr>
            <p:ph type="body" sz="quarter" idx="34" hasCustomPrompt="1"/>
          </p:nvPr>
        </p:nvSpPr>
        <p:spPr>
          <a:xfrm>
            <a:off x="4294095" y="3421379"/>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38" name="Text Placeholder 3">
            <a:extLst>
              <a:ext uri="{FF2B5EF4-FFF2-40B4-BE49-F238E27FC236}">
                <a16:creationId xmlns:a16="http://schemas.microsoft.com/office/drawing/2014/main" id="{EED0BB26-D2F7-4112-BAFC-D9A66C9DD5EE}"/>
              </a:ext>
            </a:extLst>
          </p:cNvPr>
          <p:cNvSpPr>
            <a:spLocks noGrp="1"/>
          </p:cNvSpPr>
          <p:nvPr>
            <p:ph type="body" sz="half" idx="27" hasCustomPrompt="1"/>
          </p:nvPr>
        </p:nvSpPr>
        <p:spPr>
          <a:xfrm>
            <a:off x="4911773" y="3421379"/>
            <a:ext cx="2377440" cy="137160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0" name="Picture Placeholder 29" descr="An empty placeholder to add an image. Click on the placeholder and select the image that you wish to add.">
            <a:extLst>
              <a:ext uri="{FF2B5EF4-FFF2-40B4-BE49-F238E27FC236}">
                <a16:creationId xmlns:a16="http://schemas.microsoft.com/office/drawing/2014/main" id="{200F5F5B-FD46-4295-B012-F670E320EA6D}"/>
              </a:ext>
            </a:extLst>
          </p:cNvPr>
          <p:cNvSpPr>
            <a:spLocks noGrp="1"/>
          </p:cNvSpPr>
          <p:nvPr>
            <p:ph type="pic" sz="quarter" idx="29" hasCustomPrompt="1"/>
          </p:nvPr>
        </p:nvSpPr>
        <p:spPr>
          <a:xfrm>
            <a:off x="7536029" y="3426459"/>
            <a:ext cx="1645920" cy="1371600"/>
          </a:xfrm>
          <a:noFill/>
        </p:spPr>
        <p:txBody>
          <a:bodyPr anchor="ctr" anchorCtr="0">
            <a:normAutofit/>
          </a:bodyPr>
          <a:lstStyle>
            <a:lvl1pPr marL="0" indent="0" algn="ctr">
              <a:buNone/>
              <a:defRPr sz="2000"/>
            </a:lvl1pPr>
          </a:lstStyle>
          <a:p>
            <a:r>
              <a:rPr lang="en-US" dirty="0"/>
              <a:t>Add a picture</a:t>
            </a:r>
          </a:p>
        </p:txBody>
      </p:sp>
      <p:sp>
        <p:nvSpPr>
          <p:cNvPr id="11" name="Text Placeholder 8">
            <a:extLst>
              <a:ext uri="{FF2B5EF4-FFF2-40B4-BE49-F238E27FC236}">
                <a16:creationId xmlns:a16="http://schemas.microsoft.com/office/drawing/2014/main" id="{2A867797-E0E8-323E-39BA-BC807137AF09}"/>
              </a:ext>
            </a:extLst>
          </p:cNvPr>
          <p:cNvSpPr>
            <a:spLocks noGrp="1"/>
          </p:cNvSpPr>
          <p:nvPr>
            <p:ph type="body" sz="quarter" idx="35" hasCustomPrompt="1"/>
          </p:nvPr>
        </p:nvSpPr>
        <p:spPr>
          <a:xfrm>
            <a:off x="4294095" y="5024120"/>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39" name="Text Placeholder 3">
            <a:extLst>
              <a:ext uri="{FF2B5EF4-FFF2-40B4-BE49-F238E27FC236}">
                <a16:creationId xmlns:a16="http://schemas.microsoft.com/office/drawing/2014/main" id="{647B97E8-F206-4899-A05D-3CEA7763CBD7}"/>
              </a:ext>
            </a:extLst>
          </p:cNvPr>
          <p:cNvSpPr>
            <a:spLocks noGrp="1"/>
          </p:cNvSpPr>
          <p:nvPr>
            <p:ph type="body" sz="half" idx="28" hasCustomPrompt="1"/>
          </p:nvPr>
        </p:nvSpPr>
        <p:spPr>
          <a:xfrm>
            <a:off x="4911773" y="5013960"/>
            <a:ext cx="2377440" cy="138176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2" name="Picture Placeholder 29" descr="An empty placeholder to add an image. Click on the placeholder and select the image that you wish to add.">
            <a:extLst>
              <a:ext uri="{FF2B5EF4-FFF2-40B4-BE49-F238E27FC236}">
                <a16:creationId xmlns:a16="http://schemas.microsoft.com/office/drawing/2014/main" id="{A15085C5-1FA2-4C89-A410-A151654D4090}"/>
              </a:ext>
            </a:extLst>
          </p:cNvPr>
          <p:cNvSpPr>
            <a:spLocks noGrp="1"/>
          </p:cNvSpPr>
          <p:nvPr>
            <p:ph type="pic" sz="quarter" idx="31" hasCustomPrompt="1"/>
          </p:nvPr>
        </p:nvSpPr>
        <p:spPr>
          <a:xfrm>
            <a:off x="7531829" y="5024120"/>
            <a:ext cx="1645920" cy="1371600"/>
          </a:xfrm>
          <a:noFill/>
        </p:spPr>
        <p:txBody>
          <a:bodyPr anchor="ctr" anchorCtr="0">
            <a:normAutofit/>
          </a:bodyPr>
          <a:lstStyle>
            <a:lvl1pPr marL="0" indent="0" algn="ctr">
              <a:buNone/>
              <a:defRPr sz="2000"/>
            </a:lvl1pPr>
          </a:lstStyle>
          <a:p>
            <a:r>
              <a:rPr lang="en-US" dirty="0"/>
              <a:t>Add a picture</a:t>
            </a:r>
          </a:p>
        </p:txBody>
      </p:sp>
      <p:sp>
        <p:nvSpPr>
          <p:cNvPr id="30" name="Picture Placeholder 29" descr="An empty placeholder to add an image. Click on the placeholder and select the image that you wish to add.">
            <a:extLst>
              <a:ext uri="{FF2B5EF4-FFF2-40B4-BE49-F238E27FC236}">
                <a16:creationId xmlns:a16="http://schemas.microsoft.com/office/drawing/2014/main" id="{69A9EAF2-ED61-42E4-B65B-25E4AA320B13}"/>
              </a:ext>
            </a:extLst>
          </p:cNvPr>
          <p:cNvSpPr>
            <a:spLocks noGrp="1"/>
          </p:cNvSpPr>
          <p:nvPr>
            <p:ph type="pic" sz="quarter" idx="17" hasCustomPrompt="1"/>
          </p:nvPr>
        </p:nvSpPr>
        <p:spPr>
          <a:xfrm>
            <a:off x="9441396" y="1828798"/>
            <a:ext cx="1828800" cy="2606040"/>
          </a:xfrm>
          <a:noFill/>
        </p:spPr>
        <p:txBody>
          <a:bodyPr anchor="ctr" anchorCtr="0">
            <a:normAutofit/>
          </a:bodyPr>
          <a:lstStyle>
            <a:lvl1pPr marL="0" indent="0" algn="ctr">
              <a:buNone/>
              <a:defRPr sz="2000"/>
            </a:lvl1pPr>
          </a:lstStyle>
          <a:p>
            <a:r>
              <a:rPr lang="en-US" dirty="0"/>
              <a:t>Add a picture</a:t>
            </a:r>
          </a:p>
        </p:txBody>
      </p:sp>
      <p:sp>
        <p:nvSpPr>
          <p:cNvPr id="6" name="Text Placeholder 27">
            <a:extLst>
              <a:ext uri="{FF2B5EF4-FFF2-40B4-BE49-F238E27FC236}">
                <a16:creationId xmlns:a16="http://schemas.microsoft.com/office/drawing/2014/main" id="{F5C877D0-8422-E1CB-B1E1-D9E7DA64E90E}"/>
              </a:ext>
            </a:extLst>
          </p:cNvPr>
          <p:cNvSpPr>
            <a:spLocks noGrp="1"/>
          </p:cNvSpPr>
          <p:nvPr>
            <p:ph type="body" sz="quarter" idx="32" hasCustomPrompt="1"/>
          </p:nvPr>
        </p:nvSpPr>
        <p:spPr>
          <a:xfrm>
            <a:off x="9445752" y="4670264"/>
            <a:ext cx="1824444" cy="1725456"/>
          </a:xfrm>
          <a:noFill/>
          <a:ln w="25400">
            <a:solidFill>
              <a:schemeClr val="bg2"/>
            </a:solidFill>
          </a:ln>
        </p:spPr>
        <p:txBody>
          <a:bodyPr lIns="182880" tIns="365760" rIns="182880" bIns="182880" anchor="t" anchorCtr="0">
            <a:noAutofit/>
          </a:bodyPr>
          <a:lstStyle>
            <a:lvl1pPr marL="0" indent="0" algn="l">
              <a:lnSpc>
                <a:spcPct val="100000"/>
              </a:lnSpc>
              <a:spcBef>
                <a:spcPts val="0"/>
              </a:spcBef>
              <a:buNone/>
              <a:defRPr sz="1400" b="1" i="0" cap="all" baseline="0">
                <a:solidFill>
                  <a:schemeClr val="accent2">
                    <a:lumMod val="50000"/>
                  </a:schemeClr>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a:t>
            </a:r>
          </a:p>
        </p:txBody>
      </p:sp>
      <p:sp>
        <p:nvSpPr>
          <p:cNvPr id="7" name="Text Placeholder 5">
            <a:extLst>
              <a:ext uri="{FF2B5EF4-FFF2-40B4-BE49-F238E27FC236}">
                <a16:creationId xmlns:a16="http://schemas.microsoft.com/office/drawing/2014/main" id="{491A1D48-EEE9-45E6-8E9E-0B0DA4BC1E1C}"/>
              </a:ext>
            </a:extLst>
          </p:cNvPr>
          <p:cNvSpPr>
            <a:spLocks noGrp="1"/>
          </p:cNvSpPr>
          <p:nvPr>
            <p:ph type="body" sz="quarter" idx="18" hasCustomPrompt="1"/>
          </p:nvPr>
        </p:nvSpPr>
        <p:spPr>
          <a:xfrm>
            <a:off x="9549124" y="5432611"/>
            <a:ext cx="1677623" cy="772159"/>
          </a:xfrm>
        </p:spPr>
        <p:txBody>
          <a:bodyPr/>
          <a:lstStyle>
            <a:lvl1pPr marL="0" indent="0">
              <a:buNone/>
              <a:defRPr sz="1200">
                <a:solidFill>
                  <a:schemeClr val="tx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 </a:t>
            </a:r>
          </a:p>
        </p:txBody>
      </p:sp>
      <p:sp>
        <p:nvSpPr>
          <p:cNvPr id="5" name="Slide Number Placeholder 5">
            <a:extLst>
              <a:ext uri="{FF2B5EF4-FFF2-40B4-BE49-F238E27FC236}">
                <a16:creationId xmlns:a16="http://schemas.microsoft.com/office/drawing/2014/main" id="{9FCE6334-5F06-631B-050F-C708EE225327}"/>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2287679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cipe Layout 4">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5E4DD4-EC55-FD1C-4BAA-1B110252D733}"/>
              </a:ext>
              <a:ext uri="{C183D7F6-B498-43B3-948B-1728B52AA6E4}">
                <adec:decorative xmlns:adec="http://schemas.microsoft.com/office/drawing/2017/decorative" val="1"/>
              </a:ext>
            </a:extLst>
          </p:cNvPr>
          <p:cNvSpPr/>
          <p:nvPr userDrawn="1"/>
        </p:nvSpPr>
        <p:spPr>
          <a:xfrm>
            <a:off x="8375236" y="0"/>
            <a:ext cx="3816763"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57201" y="457200"/>
            <a:ext cx="7452360" cy="731520"/>
          </a:xfrm>
          <a:prstGeom prst="rect">
            <a:avLst/>
          </a:prstGeom>
        </p:spPr>
        <p:txBody>
          <a:bodyPr lIns="91440" tIns="0" bIns="91440" anchor="t" anchorCtr="0">
            <a:noAutofit/>
          </a:bodyPr>
          <a:lstStyle>
            <a:lvl1pPr>
              <a:defRPr sz="3800">
                <a:solidFill>
                  <a:schemeClr val="tx1">
                    <a:lumMod val="85000"/>
                    <a:lumOff val="15000"/>
                  </a:schemeClr>
                </a:solidFill>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57201" y="1234439"/>
            <a:ext cx="7452360" cy="402336"/>
          </a:xfrm>
        </p:spPr>
        <p:txBody>
          <a:bodyPr lIns="91440">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ext Placeholder 8">
            <a:extLst>
              <a:ext uri="{FF2B5EF4-FFF2-40B4-BE49-F238E27FC236}">
                <a16:creationId xmlns:a16="http://schemas.microsoft.com/office/drawing/2014/main" id="{EA909FD6-6520-D58C-69F8-D76DDFE6C9AC}"/>
              </a:ext>
            </a:extLst>
          </p:cNvPr>
          <p:cNvSpPr>
            <a:spLocks noGrp="1"/>
          </p:cNvSpPr>
          <p:nvPr>
            <p:ph type="body" sz="quarter" idx="33" hasCustomPrompt="1"/>
          </p:nvPr>
        </p:nvSpPr>
        <p:spPr>
          <a:xfrm>
            <a:off x="292072" y="1833372"/>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34" name="Text Placeholder 3">
            <a:extLst>
              <a:ext uri="{FF2B5EF4-FFF2-40B4-BE49-F238E27FC236}">
                <a16:creationId xmlns:a16="http://schemas.microsoft.com/office/drawing/2014/main" id="{18F989E1-F209-41C2-AEC2-BDDDEE48E1E5}"/>
              </a:ext>
            </a:extLst>
          </p:cNvPr>
          <p:cNvSpPr>
            <a:spLocks noGrp="1"/>
          </p:cNvSpPr>
          <p:nvPr>
            <p:ph type="body" sz="half" idx="21" hasCustomPrompt="1"/>
          </p:nvPr>
        </p:nvSpPr>
        <p:spPr>
          <a:xfrm>
            <a:off x="914400" y="1828800"/>
            <a:ext cx="1828800" cy="1940559"/>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0" name="Text Placeholder 8">
            <a:extLst>
              <a:ext uri="{FF2B5EF4-FFF2-40B4-BE49-F238E27FC236}">
                <a16:creationId xmlns:a16="http://schemas.microsoft.com/office/drawing/2014/main" id="{5437708E-D57D-9164-281B-11FED6FA0F7A}"/>
              </a:ext>
            </a:extLst>
          </p:cNvPr>
          <p:cNvSpPr>
            <a:spLocks noGrp="1"/>
          </p:cNvSpPr>
          <p:nvPr>
            <p:ph type="body" sz="quarter" idx="37" hasCustomPrompt="1"/>
          </p:nvPr>
        </p:nvSpPr>
        <p:spPr>
          <a:xfrm>
            <a:off x="2885334" y="1833372"/>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42" name="Text Placeholder 3">
            <a:extLst>
              <a:ext uri="{FF2B5EF4-FFF2-40B4-BE49-F238E27FC236}">
                <a16:creationId xmlns:a16="http://schemas.microsoft.com/office/drawing/2014/main" id="{5771C520-4E5C-4853-AE35-F250CB8FB5D8}"/>
              </a:ext>
            </a:extLst>
          </p:cNvPr>
          <p:cNvSpPr>
            <a:spLocks noGrp="1"/>
          </p:cNvSpPr>
          <p:nvPr>
            <p:ph type="body" sz="half" idx="32" hasCustomPrompt="1"/>
          </p:nvPr>
        </p:nvSpPr>
        <p:spPr>
          <a:xfrm>
            <a:off x="3513466" y="1828800"/>
            <a:ext cx="1828800" cy="1940559"/>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1" name="Text Placeholder 8">
            <a:extLst>
              <a:ext uri="{FF2B5EF4-FFF2-40B4-BE49-F238E27FC236}">
                <a16:creationId xmlns:a16="http://schemas.microsoft.com/office/drawing/2014/main" id="{B185744E-C749-E648-C70E-AC21183EC389}"/>
              </a:ext>
            </a:extLst>
          </p:cNvPr>
          <p:cNvSpPr>
            <a:spLocks noGrp="1"/>
          </p:cNvSpPr>
          <p:nvPr>
            <p:ph type="body" sz="quarter" idx="38" hasCustomPrompt="1"/>
          </p:nvPr>
        </p:nvSpPr>
        <p:spPr>
          <a:xfrm>
            <a:off x="5441729" y="1837436"/>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44" name="Text Placeholder 3">
            <a:extLst>
              <a:ext uri="{FF2B5EF4-FFF2-40B4-BE49-F238E27FC236}">
                <a16:creationId xmlns:a16="http://schemas.microsoft.com/office/drawing/2014/main" id="{5C64EC75-B525-40E2-B054-6BA5895D0794}"/>
              </a:ext>
            </a:extLst>
          </p:cNvPr>
          <p:cNvSpPr>
            <a:spLocks noGrp="1"/>
          </p:cNvSpPr>
          <p:nvPr>
            <p:ph type="body" sz="half" idx="34" hasCustomPrompt="1"/>
          </p:nvPr>
        </p:nvSpPr>
        <p:spPr>
          <a:xfrm>
            <a:off x="6073201" y="1828800"/>
            <a:ext cx="1828800" cy="1940559"/>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3" name="Picture Placeholder 29" descr="An empty placeholder to add an image. Click on the placeholder and select the image that you wish to add.">
            <a:extLst>
              <a:ext uri="{FF2B5EF4-FFF2-40B4-BE49-F238E27FC236}">
                <a16:creationId xmlns:a16="http://schemas.microsoft.com/office/drawing/2014/main" id="{85FEB9CB-F2B1-47F4-9097-30FAF7942942}"/>
              </a:ext>
            </a:extLst>
          </p:cNvPr>
          <p:cNvSpPr>
            <a:spLocks noGrp="1"/>
          </p:cNvSpPr>
          <p:nvPr>
            <p:ph type="pic" sz="quarter" idx="20" hasCustomPrompt="1"/>
          </p:nvPr>
        </p:nvSpPr>
        <p:spPr>
          <a:xfrm>
            <a:off x="457200" y="4023360"/>
            <a:ext cx="2286000" cy="2377440"/>
          </a:xfrm>
          <a:noFill/>
        </p:spPr>
        <p:txBody>
          <a:bodyPr anchor="ctr" anchorCtr="0">
            <a:normAutofit/>
          </a:bodyPr>
          <a:lstStyle>
            <a:lvl1pPr marL="0" indent="0" algn="ctr">
              <a:buNone/>
              <a:defRPr sz="2000"/>
            </a:lvl1pPr>
          </a:lstStyle>
          <a:p>
            <a:r>
              <a:rPr lang="en-US" dirty="0"/>
              <a:t>Add a picture</a:t>
            </a:r>
          </a:p>
        </p:txBody>
      </p:sp>
      <p:sp>
        <p:nvSpPr>
          <p:cNvPr id="40" name="Picture Placeholder 29" descr="An empty placeholder to add an image. Click on the placeholder and select the image that you wish to add.">
            <a:extLst>
              <a:ext uri="{FF2B5EF4-FFF2-40B4-BE49-F238E27FC236}">
                <a16:creationId xmlns:a16="http://schemas.microsoft.com/office/drawing/2014/main" id="{45707C7B-9828-45A7-AF95-4A3BE756BBBA}"/>
              </a:ext>
            </a:extLst>
          </p:cNvPr>
          <p:cNvSpPr>
            <a:spLocks noGrp="1"/>
          </p:cNvSpPr>
          <p:nvPr>
            <p:ph type="pic" sz="quarter" idx="29" hasCustomPrompt="1"/>
          </p:nvPr>
        </p:nvSpPr>
        <p:spPr>
          <a:xfrm>
            <a:off x="3041517" y="4023360"/>
            <a:ext cx="2286000" cy="2377440"/>
          </a:xfrm>
          <a:noFill/>
        </p:spPr>
        <p:txBody>
          <a:bodyPr anchor="ctr" anchorCtr="0">
            <a:normAutofit/>
          </a:bodyPr>
          <a:lstStyle>
            <a:lvl1pPr marL="0" indent="0" algn="ctr">
              <a:buNone/>
              <a:defRPr sz="2000"/>
            </a:lvl1pPr>
          </a:lstStyle>
          <a:p>
            <a:r>
              <a:rPr lang="en-US" dirty="0"/>
              <a:t>Add a picture</a:t>
            </a:r>
          </a:p>
        </p:txBody>
      </p:sp>
      <p:sp>
        <p:nvSpPr>
          <p:cNvPr id="41" name="Picture Placeholder 29" descr="An empty placeholder to add an image. Click on the placeholder and select the image that you wish to add.">
            <a:extLst>
              <a:ext uri="{FF2B5EF4-FFF2-40B4-BE49-F238E27FC236}">
                <a16:creationId xmlns:a16="http://schemas.microsoft.com/office/drawing/2014/main" id="{56FDA5AA-A766-4B21-8377-9267FFBAE31F}"/>
              </a:ext>
            </a:extLst>
          </p:cNvPr>
          <p:cNvSpPr>
            <a:spLocks noGrp="1"/>
          </p:cNvSpPr>
          <p:nvPr>
            <p:ph type="pic" sz="quarter" idx="31" hasCustomPrompt="1"/>
          </p:nvPr>
        </p:nvSpPr>
        <p:spPr>
          <a:xfrm>
            <a:off x="5625835" y="4023360"/>
            <a:ext cx="2286000" cy="2377440"/>
          </a:xfrm>
          <a:noFill/>
        </p:spPr>
        <p:txBody>
          <a:bodyPr anchor="ctr" anchorCtr="0">
            <a:normAutofit/>
          </a:bodyPr>
          <a:lstStyle>
            <a:lvl1pPr marL="0" indent="0" algn="ctr">
              <a:buNone/>
              <a:defRPr sz="2000"/>
            </a:lvl1pPr>
          </a:lstStyle>
          <a:p>
            <a:r>
              <a:rPr lang="en-US" dirty="0"/>
              <a:t>Add a picture</a:t>
            </a:r>
          </a:p>
        </p:txBody>
      </p:sp>
      <p:sp>
        <p:nvSpPr>
          <p:cNvPr id="7" name="Text Placeholder 27">
            <a:extLst>
              <a:ext uri="{FF2B5EF4-FFF2-40B4-BE49-F238E27FC236}">
                <a16:creationId xmlns:a16="http://schemas.microsoft.com/office/drawing/2014/main" id="{DBE1AF55-241D-46F7-020E-6E023917E453}"/>
              </a:ext>
            </a:extLst>
          </p:cNvPr>
          <p:cNvSpPr>
            <a:spLocks noGrp="1"/>
          </p:cNvSpPr>
          <p:nvPr>
            <p:ph type="body" sz="quarter" idx="35" hasCustomPrompt="1"/>
          </p:nvPr>
        </p:nvSpPr>
        <p:spPr>
          <a:xfrm>
            <a:off x="8803409" y="457199"/>
            <a:ext cx="2468881" cy="1179575"/>
          </a:xfrm>
          <a:noFill/>
          <a:ln w="25400">
            <a:solidFill>
              <a:schemeClr val="bg2">
                <a:lumMod val="90000"/>
              </a:schemeClr>
            </a:solidFill>
          </a:ln>
        </p:spPr>
        <p:txBody>
          <a:bodyPr lIns="182880" tIns="182880" rIns="182880" bIns="182880" anchor="t" anchorCtr="0">
            <a:noAutofit/>
          </a:bodyPr>
          <a:lstStyle>
            <a:lvl1pPr marL="0" indent="0" algn="l">
              <a:lnSpc>
                <a:spcPct val="100000"/>
              </a:lnSpc>
              <a:spcBef>
                <a:spcPts val="0"/>
              </a:spcBef>
              <a:buNone/>
              <a:defRPr sz="1400" b="1" i="0" cap="all" baseline="0">
                <a:solidFill>
                  <a:schemeClr val="tx1"/>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a:t>
            </a:r>
          </a:p>
        </p:txBody>
      </p:sp>
      <p:sp>
        <p:nvSpPr>
          <p:cNvPr id="8" name="Text Placeholder 5">
            <a:extLst>
              <a:ext uri="{FF2B5EF4-FFF2-40B4-BE49-F238E27FC236}">
                <a16:creationId xmlns:a16="http://schemas.microsoft.com/office/drawing/2014/main" id="{7D37B2C1-B0B7-3A07-F79E-132B06771648}"/>
              </a:ext>
            </a:extLst>
          </p:cNvPr>
          <p:cNvSpPr>
            <a:spLocks noGrp="1"/>
          </p:cNvSpPr>
          <p:nvPr>
            <p:ph type="body" sz="quarter" idx="36" hasCustomPrompt="1"/>
          </p:nvPr>
        </p:nvSpPr>
        <p:spPr>
          <a:xfrm>
            <a:off x="8861062" y="972659"/>
            <a:ext cx="2331194" cy="527872"/>
          </a:xfrm>
        </p:spPr>
        <p:txBody>
          <a:bodyPr/>
          <a:lstStyle>
            <a:lvl1pPr marL="0" indent="0">
              <a:buNone/>
              <a:defRPr sz="1200">
                <a:solidFill>
                  <a:schemeClr val="tx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 </a:t>
            </a:r>
          </a:p>
        </p:txBody>
      </p:sp>
      <p:sp>
        <p:nvSpPr>
          <p:cNvPr id="27" name="Text Placeholder 3">
            <a:extLst>
              <a:ext uri="{FF2B5EF4-FFF2-40B4-BE49-F238E27FC236}">
                <a16:creationId xmlns:a16="http://schemas.microsoft.com/office/drawing/2014/main" id="{0A7E883A-5927-45B9-A5FB-8EFF513E0CAA}"/>
              </a:ext>
            </a:extLst>
          </p:cNvPr>
          <p:cNvSpPr>
            <a:spLocks noGrp="1"/>
          </p:cNvSpPr>
          <p:nvPr>
            <p:ph type="body" sz="half" idx="19" hasCustomPrompt="1"/>
          </p:nvPr>
        </p:nvSpPr>
        <p:spPr>
          <a:xfrm>
            <a:off x="8803410" y="1828800"/>
            <a:ext cx="2468880" cy="365760"/>
          </a:xfrm>
        </p:spPr>
        <p:txBody>
          <a:bodyPr tIns="0">
            <a:noAutofit/>
          </a:bodyPr>
          <a:lstStyle>
            <a:lvl1pPr marL="0" indent="0" algn="l">
              <a:buNone/>
              <a:defRPr sz="1400" b="1" i="0" cap="all" spc="100" baseline="0">
                <a:solidFill>
                  <a:schemeClr val="tx1"/>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9" name="Text Placeholder 3">
            <a:extLst>
              <a:ext uri="{FF2B5EF4-FFF2-40B4-BE49-F238E27FC236}">
                <a16:creationId xmlns:a16="http://schemas.microsoft.com/office/drawing/2014/main" id="{51D8D2EE-CE39-4FED-B22E-D2513633F89E}"/>
              </a:ext>
            </a:extLst>
          </p:cNvPr>
          <p:cNvSpPr>
            <a:spLocks noGrp="1"/>
          </p:cNvSpPr>
          <p:nvPr>
            <p:ph type="body" sz="half" idx="18" hasCustomPrompt="1"/>
          </p:nvPr>
        </p:nvSpPr>
        <p:spPr>
          <a:xfrm>
            <a:off x="8803410" y="2194561"/>
            <a:ext cx="2468880" cy="3500846"/>
          </a:xfrm>
        </p:spPr>
        <p:txBody>
          <a:bodyPr numCol="1">
            <a:noAutofit/>
          </a:bodyPr>
          <a:lstStyle>
            <a:lvl1pPr marL="228600" indent="-228600">
              <a:lnSpc>
                <a:spcPts val="1400"/>
              </a:lnSpc>
              <a:spcBef>
                <a:spcPts val="0"/>
              </a:spcBef>
              <a:spcAft>
                <a:spcPts val="700"/>
              </a:spcAft>
              <a:buFont typeface="Arial" panose="020B0604020202020204" pitchFamily="34" charset="0"/>
              <a:buChar char="•"/>
              <a:tabLst>
                <a:tab pos="112713" algn="r"/>
                <a:tab pos="233363" algn="l"/>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3">
            <a:extLst>
              <a:ext uri="{FF2B5EF4-FFF2-40B4-BE49-F238E27FC236}">
                <a16:creationId xmlns:a16="http://schemas.microsoft.com/office/drawing/2014/main" id="{65B16179-CC8B-4981-9526-8E3E08E72C6A}"/>
              </a:ext>
            </a:extLst>
          </p:cNvPr>
          <p:cNvSpPr>
            <a:spLocks noGrp="1"/>
          </p:cNvSpPr>
          <p:nvPr>
            <p:ph type="body" sz="half" idx="15" hasCustomPrompt="1"/>
          </p:nvPr>
        </p:nvSpPr>
        <p:spPr>
          <a:xfrm>
            <a:off x="8803410" y="5695407"/>
            <a:ext cx="2468880" cy="751113"/>
          </a:xfrm>
        </p:spPr>
        <p:txBody>
          <a:bodyPr bIns="0" numCol="1" anchor="t"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6" name="Slide Number Placeholder 5">
            <a:extLst>
              <a:ext uri="{FF2B5EF4-FFF2-40B4-BE49-F238E27FC236}">
                <a16:creationId xmlns:a16="http://schemas.microsoft.com/office/drawing/2014/main" id="{D306F6CE-FA17-07AF-E9BA-CB6242B9B2CF}"/>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2084993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cipe Layout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3CD38C-843F-B826-0F88-EA76F39C7463}"/>
              </a:ext>
              <a:ext uri="{C183D7F6-B498-43B3-948B-1728B52AA6E4}">
                <adec:decorative xmlns:adec="http://schemas.microsoft.com/office/drawing/2017/decorative" val="1"/>
              </a:ext>
            </a:extLst>
          </p:cNvPr>
          <p:cNvSpPr/>
          <p:nvPr userDrawn="1"/>
        </p:nvSpPr>
        <p:spPr>
          <a:xfrm>
            <a:off x="6099623" y="0"/>
            <a:ext cx="6092377"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57200" y="457200"/>
            <a:ext cx="5212080" cy="731520"/>
          </a:xfrm>
          <a:prstGeom prst="rect">
            <a:avLst/>
          </a:prstGeom>
        </p:spPr>
        <p:txBody>
          <a:bodyPr lIns="91440" tIns="0" bIns="91440" anchor="t" anchorCtr="0">
            <a:noAutofit/>
          </a:bodyPr>
          <a:lstStyle>
            <a:lvl1pPr algn="l">
              <a:defRPr sz="3800">
                <a:solidFill>
                  <a:schemeClr val="tx1">
                    <a:lumMod val="85000"/>
                    <a:lumOff val="15000"/>
                  </a:schemeClr>
                </a:solidFill>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57200" y="1234440"/>
            <a:ext cx="5212080" cy="402336"/>
          </a:xfrm>
        </p:spPr>
        <p:txBody>
          <a:bodyPr lIns="91440">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Picture Placeholder 29" descr="An empty placeholder to add an image. Click on the placeholder and select the image that you wish to add.">
            <a:extLst>
              <a:ext uri="{FF2B5EF4-FFF2-40B4-BE49-F238E27FC236}">
                <a16:creationId xmlns:a16="http://schemas.microsoft.com/office/drawing/2014/main" id="{79870104-83A7-A628-B0CE-73DD22B8228C}"/>
              </a:ext>
            </a:extLst>
          </p:cNvPr>
          <p:cNvSpPr>
            <a:spLocks noGrp="1"/>
          </p:cNvSpPr>
          <p:nvPr>
            <p:ph type="pic" sz="quarter" idx="38" hasCustomPrompt="1"/>
          </p:nvPr>
        </p:nvSpPr>
        <p:spPr>
          <a:xfrm>
            <a:off x="457200" y="1828800"/>
            <a:ext cx="5212080" cy="1143264"/>
          </a:xfrm>
          <a:noFill/>
        </p:spPr>
        <p:txBody>
          <a:bodyPr anchor="ctr" anchorCtr="0">
            <a:normAutofit/>
          </a:bodyPr>
          <a:lstStyle>
            <a:lvl1pPr marL="0" indent="0" algn="ctr">
              <a:buNone/>
              <a:defRPr sz="1800"/>
            </a:lvl1pPr>
          </a:lstStyle>
          <a:p>
            <a:r>
              <a:rPr lang="en-US" dirty="0"/>
              <a:t>Add a picture</a:t>
            </a:r>
          </a:p>
        </p:txBody>
      </p:sp>
      <p:sp>
        <p:nvSpPr>
          <p:cNvPr id="27" name="Text Placeholder 27">
            <a:extLst>
              <a:ext uri="{FF2B5EF4-FFF2-40B4-BE49-F238E27FC236}">
                <a16:creationId xmlns:a16="http://schemas.microsoft.com/office/drawing/2014/main" id="{7B211DA6-5909-4778-ACCB-FDDE1061AEEB}"/>
              </a:ext>
            </a:extLst>
          </p:cNvPr>
          <p:cNvSpPr>
            <a:spLocks noGrp="1"/>
          </p:cNvSpPr>
          <p:nvPr>
            <p:ph type="body" sz="quarter" idx="18" hasCustomPrompt="1"/>
          </p:nvPr>
        </p:nvSpPr>
        <p:spPr>
          <a:xfrm>
            <a:off x="457200" y="3179063"/>
            <a:ext cx="5212080" cy="548640"/>
          </a:xfrm>
          <a:noFill/>
          <a:ln w="25400">
            <a:solidFill>
              <a:schemeClr val="bg2"/>
            </a:solidFill>
          </a:ln>
        </p:spPr>
        <p:txBody>
          <a:bodyPr lIns="182880" tIns="182880" rIns="182880" bIns="182880" anchor="ctr" anchorCtr="0">
            <a:noAutofit/>
          </a:bodyPr>
          <a:lstStyle>
            <a:lvl1pPr marL="0" indent="0" algn="l">
              <a:lnSpc>
                <a:spcPct val="100000"/>
              </a:lnSpc>
              <a:spcBef>
                <a:spcPts val="0"/>
              </a:spcBef>
              <a:buNone/>
              <a:defRPr sz="1200" b="1" i="0" cap="all" baseline="0">
                <a:solidFill>
                  <a:schemeClr val="tx1"/>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text</a:t>
            </a:r>
          </a:p>
        </p:txBody>
      </p:sp>
      <p:sp>
        <p:nvSpPr>
          <p:cNvPr id="8" name="Text Placeholder 7">
            <a:extLst>
              <a:ext uri="{FF2B5EF4-FFF2-40B4-BE49-F238E27FC236}">
                <a16:creationId xmlns:a16="http://schemas.microsoft.com/office/drawing/2014/main" id="{F4AF6F60-B67D-34B7-DD70-06F3BD0FA5A4}"/>
              </a:ext>
            </a:extLst>
          </p:cNvPr>
          <p:cNvSpPr>
            <a:spLocks noGrp="1"/>
          </p:cNvSpPr>
          <p:nvPr>
            <p:ph type="body" sz="quarter" idx="39" hasCustomPrompt="1"/>
          </p:nvPr>
        </p:nvSpPr>
        <p:spPr>
          <a:xfrm>
            <a:off x="1078276" y="3278748"/>
            <a:ext cx="4542409" cy="360362"/>
          </a:xfrm>
        </p:spPr>
        <p:txBody>
          <a:bodyPr lIns="0" anchor="ctr"/>
          <a:lstStyle>
            <a:lvl1pPr marL="0" indent="0">
              <a:buNone/>
              <a:defRPr sz="1200">
                <a:solidFill>
                  <a:schemeClr val="tx1"/>
                </a:solidFill>
              </a:defRPr>
            </a:lvl1pPr>
            <a:lvl2pPr marL="457200" indent="0">
              <a:buNone/>
              <a:defRPr sz="1200">
                <a:solidFill>
                  <a:schemeClr val="tx1"/>
                </a:solidFill>
              </a:defRPr>
            </a:lvl2pPr>
            <a:lvl3pPr marL="914400" indent="0">
              <a:buNone/>
              <a:defRPr sz="1200">
                <a:solidFill>
                  <a:schemeClr val="tx1"/>
                </a:solidFill>
              </a:defRPr>
            </a:lvl3pPr>
            <a:lvl4pPr marL="1371600" indent="0">
              <a:buNone/>
              <a:defRPr sz="1200">
                <a:solidFill>
                  <a:schemeClr val="tx1"/>
                </a:solidFill>
              </a:defRPr>
            </a:lvl4pPr>
            <a:lvl5pPr marL="1828800" indent="0">
              <a:buNone/>
              <a:defRPr sz="1200">
                <a:solidFill>
                  <a:schemeClr val="tx1"/>
                </a:solidFill>
              </a:defRPr>
            </a:lvl5pPr>
          </a:lstStyle>
          <a:p>
            <a:pPr lvl="0"/>
            <a:r>
              <a:rPr lang="en-US" dirty="0"/>
              <a:t>Click to add text</a:t>
            </a:r>
          </a:p>
        </p:txBody>
      </p:sp>
      <p:sp>
        <p:nvSpPr>
          <p:cNvPr id="25" name="Text Placeholder 3">
            <a:extLst>
              <a:ext uri="{FF2B5EF4-FFF2-40B4-BE49-F238E27FC236}">
                <a16:creationId xmlns:a16="http://schemas.microsoft.com/office/drawing/2014/main" id="{4C47130C-295F-469B-8A2F-DACEF5B5A598}"/>
              </a:ext>
            </a:extLst>
          </p:cNvPr>
          <p:cNvSpPr>
            <a:spLocks noGrp="1"/>
          </p:cNvSpPr>
          <p:nvPr>
            <p:ph type="body" sz="half" idx="11" hasCustomPrompt="1"/>
          </p:nvPr>
        </p:nvSpPr>
        <p:spPr>
          <a:xfrm>
            <a:off x="457199" y="3934702"/>
            <a:ext cx="521208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4" name="Text Placeholder 3">
            <a:extLst>
              <a:ext uri="{FF2B5EF4-FFF2-40B4-BE49-F238E27FC236}">
                <a16:creationId xmlns:a16="http://schemas.microsoft.com/office/drawing/2014/main" id="{5EFB9AC3-DB43-4B4E-B74E-1ED156A18510}"/>
              </a:ext>
            </a:extLst>
          </p:cNvPr>
          <p:cNvSpPr>
            <a:spLocks noGrp="1"/>
          </p:cNvSpPr>
          <p:nvPr>
            <p:ph type="body" sz="half" idx="12" hasCustomPrompt="1"/>
          </p:nvPr>
        </p:nvSpPr>
        <p:spPr>
          <a:xfrm>
            <a:off x="457199" y="4300463"/>
            <a:ext cx="5212080" cy="1615440"/>
          </a:xfrm>
        </p:spPr>
        <p:txBody>
          <a:bodyPr numCol="2" spcCol="457200">
            <a:noAutofit/>
          </a:bodyPr>
          <a:lstStyle>
            <a:lvl1pPr marL="228600" indent="-228600">
              <a:lnSpc>
                <a:spcPts val="1400"/>
              </a:lnSpc>
              <a:spcBef>
                <a:spcPts val="0"/>
              </a:spcBef>
              <a:spcAft>
                <a:spcPts val="700"/>
              </a:spcAft>
              <a:buFont typeface="Arial" panose="020B0604020202020204" pitchFamily="34" charset="0"/>
              <a:buChar char="•"/>
              <a:tabLst>
                <a:tab pos="112713" algn="r"/>
                <a:tab pos="233363" algn="l"/>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6" name="Text Placeholder 3">
            <a:extLst>
              <a:ext uri="{FF2B5EF4-FFF2-40B4-BE49-F238E27FC236}">
                <a16:creationId xmlns:a16="http://schemas.microsoft.com/office/drawing/2014/main" id="{1808718C-849A-4063-A7DB-6A25E4823A61}"/>
              </a:ext>
            </a:extLst>
          </p:cNvPr>
          <p:cNvSpPr>
            <a:spLocks noGrp="1"/>
          </p:cNvSpPr>
          <p:nvPr>
            <p:ph type="body" sz="half" idx="15" hasCustomPrompt="1"/>
          </p:nvPr>
        </p:nvSpPr>
        <p:spPr>
          <a:xfrm>
            <a:off x="457200" y="5989320"/>
            <a:ext cx="5212080" cy="457200"/>
          </a:xfrm>
        </p:spPr>
        <p:txBody>
          <a:bodyPr bIns="0" numCol="1" anchor="b" anchorCtr="0">
            <a:noAutofit/>
          </a:bodyPr>
          <a:lstStyle>
            <a:lvl1pPr marL="0" indent="0">
              <a:lnSpc>
                <a:spcPct val="100000"/>
              </a:lnSpc>
              <a:spcBef>
                <a:spcPts val="0"/>
              </a:spcBef>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9" name="Text Placeholder 8">
            <a:extLst>
              <a:ext uri="{FF2B5EF4-FFF2-40B4-BE49-F238E27FC236}">
                <a16:creationId xmlns:a16="http://schemas.microsoft.com/office/drawing/2014/main" id="{EE0586B6-B686-73DD-B5AE-D4E97DB54CC7}"/>
              </a:ext>
            </a:extLst>
          </p:cNvPr>
          <p:cNvSpPr>
            <a:spLocks noGrp="1"/>
          </p:cNvSpPr>
          <p:nvPr>
            <p:ph type="body" sz="quarter" idx="40" hasCustomPrompt="1"/>
          </p:nvPr>
        </p:nvSpPr>
        <p:spPr>
          <a:xfrm>
            <a:off x="6338148" y="457200"/>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3" name="Text Placeholder 3">
            <a:extLst>
              <a:ext uri="{FF2B5EF4-FFF2-40B4-BE49-F238E27FC236}">
                <a16:creationId xmlns:a16="http://schemas.microsoft.com/office/drawing/2014/main" id="{55A40829-372A-4BD2-9DFD-55A1E0FC7A6C}"/>
              </a:ext>
            </a:extLst>
          </p:cNvPr>
          <p:cNvSpPr>
            <a:spLocks noGrp="1"/>
          </p:cNvSpPr>
          <p:nvPr>
            <p:ph type="body" sz="half" idx="21" hasCustomPrompt="1"/>
          </p:nvPr>
        </p:nvSpPr>
        <p:spPr>
          <a:xfrm>
            <a:off x="6961306" y="457200"/>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7" name="Picture Placeholder 29" descr="An empty placeholder to add an image. Click on the placeholder and select the image that you wish to add.">
            <a:extLst>
              <a:ext uri="{FF2B5EF4-FFF2-40B4-BE49-F238E27FC236}">
                <a16:creationId xmlns:a16="http://schemas.microsoft.com/office/drawing/2014/main" id="{ADBABE7C-83A0-42FB-9AB1-BD7454D9103E}"/>
              </a:ext>
            </a:extLst>
          </p:cNvPr>
          <p:cNvSpPr>
            <a:spLocks noGrp="1"/>
          </p:cNvSpPr>
          <p:nvPr>
            <p:ph type="pic" sz="quarter" idx="19" hasCustomPrompt="1"/>
          </p:nvPr>
        </p:nvSpPr>
        <p:spPr>
          <a:xfrm>
            <a:off x="9532822" y="457200"/>
            <a:ext cx="1737360" cy="1280160"/>
          </a:xfrm>
          <a:noFill/>
        </p:spPr>
        <p:txBody>
          <a:bodyPr anchor="ctr" anchorCtr="0">
            <a:normAutofit/>
          </a:bodyPr>
          <a:lstStyle>
            <a:lvl1pPr marL="0" indent="0" algn="ctr">
              <a:buNone/>
              <a:defRPr sz="1800"/>
            </a:lvl1pPr>
          </a:lstStyle>
          <a:p>
            <a:r>
              <a:rPr lang="en-US" dirty="0"/>
              <a:t>Add a picture</a:t>
            </a:r>
          </a:p>
        </p:txBody>
      </p:sp>
      <p:sp>
        <p:nvSpPr>
          <p:cNvPr id="10" name="Text Placeholder 8">
            <a:extLst>
              <a:ext uri="{FF2B5EF4-FFF2-40B4-BE49-F238E27FC236}">
                <a16:creationId xmlns:a16="http://schemas.microsoft.com/office/drawing/2014/main" id="{B8825E8D-E945-5FCF-3D2A-5DAD4603912B}"/>
              </a:ext>
            </a:extLst>
          </p:cNvPr>
          <p:cNvSpPr>
            <a:spLocks noGrp="1"/>
          </p:cNvSpPr>
          <p:nvPr>
            <p:ph type="body" sz="quarter" idx="34" hasCustomPrompt="1"/>
          </p:nvPr>
        </p:nvSpPr>
        <p:spPr>
          <a:xfrm>
            <a:off x="6335099" y="2008227"/>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5" name="Text Placeholder 3">
            <a:extLst>
              <a:ext uri="{FF2B5EF4-FFF2-40B4-BE49-F238E27FC236}">
                <a16:creationId xmlns:a16="http://schemas.microsoft.com/office/drawing/2014/main" id="{D3ED1463-3FDC-4F77-A490-BB128AEB35E9}"/>
              </a:ext>
            </a:extLst>
          </p:cNvPr>
          <p:cNvSpPr>
            <a:spLocks noGrp="1"/>
          </p:cNvSpPr>
          <p:nvPr>
            <p:ph type="body" sz="half" idx="33" hasCustomPrompt="1"/>
          </p:nvPr>
        </p:nvSpPr>
        <p:spPr>
          <a:xfrm>
            <a:off x="6961306" y="2008227"/>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8" name="Picture Placeholder 29" descr="An empty placeholder to add an image. Click on the placeholder and select the image that you wish to add.">
            <a:extLst>
              <a:ext uri="{FF2B5EF4-FFF2-40B4-BE49-F238E27FC236}">
                <a16:creationId xmlns:a16="http://schemas.microsoft.com/office/drawing/2014/main" id="{6AA38BAD-E577-44E5-8652-7EB8884D85D4}"/>
              </a:ext>
            </a:extLst>
          </p:cNvPr>
          <p:cNvSpPr>
            <a:spLocks noGrp="1"/>
          </p:cNvSpPr>
          <p:nvPr>
            <p:ph type="pic" sz="quarter" idx="29" hasCustomPrompt="1"/>
          </p:nvPr>
        </p:nvSpPr>
        <p:spPr>
          <a:xfrm>
            <a:off x="9532822" y="2008227"/>
            <a:ext cx="1737360" cy="1280160"/>
          </a:xfrm>
          <a:noFill/>
        </p:spPr>
        <p:txBody>
          <a:bodyPr anchor="ctr" anchorCtr="0">
            <a:normAutofit/>
          </a:bodyPr>
          <a:lstStyle>
            <a:lvl1pPr marL="0" indent="0" algn="ctr">
              <a:buNone/>
              <a:defRPr sz="1800"/>
            </a:lvl1pPr>
          </a:lstStyle>
          <a:p>
            <a:r>
              <a:rPr lang="en-US" dirty="0"/>
              <a:t>Add a picture</a:t>
            </a:r>
          </a:p>
        </p:txBody>
      </p:sp>
      <p:sp>
        <p:nvSpPr>
          <p:cNvPr id="11" name="Text Placeholder 8">
            <a:extLst>
              <a:ext uri="{FF2B5EF4-FFF2-40B4-BE49-F238E27FC236}">
                <a16:creationId xmlns:a16="http://schemas.microsoft.com/office/drawing/2014/main" id="{8CBBAAC1-4AFB-28B5-EC35-68713142A5C5}"/>
              </a:ext>
            </a:extLst>
          </p:cNvPr>
          <p:cNvSpPr>
            <a:spLocks noGrp="1"/>
          </p:cNvSpPr>
          <p:nvPr>
            <p:ph type="body" sz="quarter" idx="41" hasCustomPrompt="1"/>
          </p:nvPr>
        </p:nvSpPr>
        <p:spPr>
          <a:xfrm>
            <a:off x="6335099" y="3559254"/>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7" name="Text Placeholder 3">
            <a:extLst>
              <a:ext uri="{FF2B5EF4-FFF2-40B4-BE49-F238E27FC236}">
                <a16:creationId xmlns:a16="http://schemas.microsoft.com/office/drawing/2014/main" id="{66CBE1DF-E937-4AEA-A7F9-8B809516E332}"/>
              </a:ext>
            </a:extLst>
          </p:cNvPr>
          <p:cNvSpPr>
            <a:spLocks noGrp="1"/>
          </p:cNvSpPr>
          <p:nvPr>
            <p:ph type="body" sz="half" idx="35" hasCustomPrompt="1"/>
          </p:nvPr>
        </p:nvSpPr>
        <p:spPr>
          <a:xfrm>
            <a:off x="6961306" y="3559254"/>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9" name="Picture Placeholder 29" descr="An empty placeholder to add an image. Click on the placeholder and select the image that you wish to add.">
            <a:extLst>
              <a:ext uri="{FF2B5EF4-FFF2-40B4-BE49-F238E27FC236}">
                <a16:creationId xmlns:a16="http://schemas.microsoft.com/office/drawing/2014/main" id="{31089E30-35D5-4B63-962C-E69262F8A31B}"/>
              </a:ext>
            </a:extLst>
          </p:cNvPr>
          <p:cNvSpPr>
            <a:spLocks noGrp="1"/>
          </p:cNvSpPr>
          <p:nvPr>
            <p:ph type="pic" sz="quarter" idx="31" hasCustomPrompt="1"/>
          </p:nvPr>
        </p:nvSpPr>
        <p:spPr>
          <a:xfrm>
            <a:off x="9532822" y="3559254"/>
            <a:ext cx="1737360" cy="1280160"/>
          </a:xfrm>
          <a:noFill/>
        </p:spPr>
        <p:txBody>
          <a:bodyPr anchor="ctr" anchorCtr="0">
            <a:normAutofit/>
          </a:bodyPr>
          <a:lstStyle>
            <a:lvl1pPr marL="0" indent="0" algn="ctr">
              <a:buNone/>
              <a:defRPr sz="1800"/>
            </a:lvl1pPr>
          </a:lstStyle>
          <a:p>
            <a:r>
              <a:rPr lang="en-US" dirty="0"/>
              <a:t>Add a picture</a:t>
            </a:r>
          </a:p>
        </p:txBody>
      </p:sp>
      <p:sp>
        <p:nvSpPr>
          <p:cNvPr id="12" name="Text Placeholder 8">
            <a:extLst>
              <a:ext uri="{FF2B5EF4-FFF2-40B4-BE49-F238E27FC236}">
                <a16:creationId xmlns:a16="http://schemas.microsoft.com/office/drawing/2014/main" id="{BDCE7A94-4F2F-284A-AB7D-0ACAC5147D2D}"/>
              </a:ext>
            </a:extLst>
          </p:cNvPr>
          <p:cNvSpPr>
            <a:spLocks noGrp="1"/>
          </p:cNvSpPr>
          <p:nvPr>
            <p:ph type="body" sz="quarter" idx="42" hasCustomPrompt="1"/>
          </p:nvPr>
        </p:nvSpPr>
        <p:spPr>
          <a:xfrm>
            <a:off x="6330829" y="5108183"/>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9" name="Text Placeholder 3">
            <a:extLst>
              <a:ext uri="{FF2B5EF4-FFF2-40B4-BE49-F238E27FC236}">
                <a16:creationId xmlns:a16="http://schemas.microsoft.com/office/drawing/2014/main" id="{A93AA9FB-7091-4FF0-8330-340B0A90ACBB}"/>
              </a:ext>
            </a:extLst>
          </p:cNvPr>
          <p:cNvSpPr>
            <a:spLocks noGrp="1"/>
          </p:cNvSpPr>
          <p:nvPr>
            <p:ph type="body" sz="half" idx="37" hasCustomPrompt="1"/>
          </p:nvPr>
        </p:nvSpPr>
        <p:spPr>
          <a:xfrm>
            <a:off x="6961306" y="5110280"/>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0" name="Picture Placeholder 29" descr="An empty placeholder to add an image. Click on the placeholder and select the image that you wish to add.">
            <a:extLst>
              <a:ext uri="{FF2B5EF4-FFF2-40B4-BE49-F238E27FC236}">
                <a16:creationId xmlns:a16="http://schemas.microsoft.com/office/drawing/2014/main" id="{294891CE-B5DF-4EC9-BCD1-007200ADE6BF}"/>
              </a:ext>
            </a:extLst>
          </p:cNvPr>
          <p:cNvSpPr>
            <a:spLocks noGrp="1"/>
          </p:cNvSpPr>
          <p:nvPr>
            <p:ph type="pic" sz="quarter" idx="32" hasCustomPrompt="1"/>
          </p:nvPr>
        </p:nvSpPr>
        <p:spPr>
          <a:xfrm>
            <a:off x="9532822" y="5110280"/>
            <a:ext cx="1737360" cy="1280160"/>
          </a:xfrm>
          <a:noFill/>
        </p:spPr>
        <p:txBody>
          <a:bodyPr anchor="ctr" anchorCtr="0">
            <a:normAutofit/>
          </a:bodyPr>
          <a:lstStyle>
            <a:lvl1pPr marL="0" indent="0" algn="ctr">
              <a:buNone/>
              <a:defRPr sz="1800"/>
            </a:lvl1pPr>
          </a:lstStyle>
          <a:p>
            <a:r>
              <a:rPr lang="en-US" dirty="0"/>
              <a:t>Add a picture</a:t>
            </a:r>
          </a:p>
        </p:txBody>
      </p:sp>
      <p:sp>
        <p:nvSpPr>
          <p:cNvPr id="6" name="Slide Number Placeholder 5">
            <a:extLst>
              <a:ext uri="{FF2B5EF4-FFF2-40B4-BE49-F238E27FC236}">
                <a16:creationId xmlns:a16="http://schemas.microsoft.com/office/drawing/2014/main" id="{D48327BB-03CC-2E6C-D0A6-86510337C4CE}"/>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3010742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cipe Layout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F175D26-A02A-A38D-251F-A3B33B8840A2}"/>
              </a:ext>
              <a:ext uri="{C183D7F6-B498-43B3-948B-1728B52AA6E4}">
                <adec:decorative xmlns:adec="http://schemas.microsoft.com/office/drawing/2017/decorative" val="1"/>
              </a:ext>
            </a:extLst>
          </p:cNvPr>
          <p:cNvSpPr/>
          <p:nvPr userDrawn="1"/>
        </p:nvSpPr>
        <p:spPr>
          <a:xfrm>
            <a:off x="5998743" y="0"/>
            <a:ext cx="6193257"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543EB-1130-40DD-B0F4-C970AF343E8F}"/>
              </a:ext>
            </a:extLst>
          </p:cNvPr>
          <p:cNvSpPr>
            <a:spLocks noGrp="1"/>
          </p:cNvSpPr>
          <p:nvPr>
            <p:ph type="title" hasCustomPrompt="1"/>
          </p:nvPr>
        </p:nvSpPr>
        <p:spPr>
          <a:xfrm>
            <a:off x="457200" y="457200"/>
            <a:ext cx="5212080" cy="777240"/>
          </a:xfrm>
          <a:prstGeom prst="rect">
            <a:avLst/>
          </a:prstGeom>
          <a:noFill/>
        </p:spPr>
        <p:txBody>
          <a:bodyPr vert="horz" lIns="91440" tIns="0" rIns="91440" bIns="91440" rtlCol="0" anchor="t" anchorCtr="0">
            <a:noAutofit/>
          </a:bodyPr>
          <a:lstStyle>
            <a:lvl1pPr algn="l">
              <a:defRPr lang="en-US" sz="3800">
                <a:solidFill>
                  <a:schemeClr val="tx1">
                    <a:lumMod val="85000"/>
                    <a:lumOff val="15000"/>
                  </a:schemeClr>
                </a:solidFill>
                <a:ea typeface="+mn-ea"/>
                <a:cs typeface="+mn-cs"/>
              </a:defRPr>
            </a:lvl1pPr>
          </a:lstStyle>
          <a:p>
            <a:pPr marL="0" lvl="0" indent="0">
              <a:spcBef>
                <a:spcPts val="1000"/>
              </a:spcBef>
              <a:buFont typeface="Arial" panose="020B0604020202020204" pitchFamily="34" charset="0"/>
            </a:pPr>
            <a:r>
              <a:rPr lang="en-US" dirty="0"/>
              <a:t>Click to add title</a:t>
            </a:r>
          </a:p>
        </p:txBody>
      </p:sp>
      <p:sp>
        <p:nvSpPr>
          <p:cNvPr id="12" name="Subtitle 2">
            <a:extLst>
              <a:ext uri="{FF2B5EF4-FFF2-40B4-BE49-F238E27FC236}">
                <a16:creationId xmlns:a16="http://schemas.microsoft.com/office/drawing/2014/main" id="{861167B6-9741-49DA-A7AF-E1A3352D10C8}"/>
              </a:ext>
            </a:extLst>
          </p:cNvPr>
          <p:cNvSpPr>
            <a:spLocks noGrp="1"/>
          </p:cNvSpPr>
          <p:nvPr>
            <p:ph type="subTitle" idx="20" hasCustomPrompt="1"/>
          </p:nvPr>
        </p:nvSpPr>
        <p:spPr>
          <a:xfrm>
            <a:off x="457200" y="1234440"/>
            <a:ext cx="5212080" cy="321566"/>
          </a:xfrm>
        </p:spPr>
        <p:txBody>
          <a:bodyPr>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6" descr="An empty placeholder to add an image. Click on the placeholder and select the image that you wish to add.">
            <a:extLst>
              <a:ext uri="{FF2B5EF4-FFF2-40B4-BE49-F238E27FC236}">
                <a16:creationId xmlns:a16="http://schemas.microsoft.com/office/drawing/2014/main" id="{EDAB7103-706C-4D50-B9D9-030D5A29D564}"/>
              </a:ext>
            </a:extLst>
          </p:cNvPr>
          <p:cNvSpPr>
            <a:spLocks noGrp="1"/>
          </p:cNvSpPr>
          <p:nvPr>
            <p:ph type="pic" sz="quarter" idx="10" hasCustomPrompt="1"/>
          </p:nvPr>
        </p:nvSpPr>
        <p:spPr>
          <a:xfrm>
            <a:off x="0" y="1828800"/>
            <a:ext cx="5669280" cy="5029200"/>
          </a:xfrm>
          <a:noFill/>
        </p:spPr>
        <p:txBody>
          <a:bodyPr anchor="ct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Add a picture</a:t>
            </a:r>
          </a:p>
        </p:txBody>
      </p:sp>
      <p:sp>
        <p:nvSpPr>
          <p:cNvPr id="16" name="Text Placeholder 3">
            <a:extLst>
              <a:ext uri="{FF2B5EF4-FFF2-40B4-BE49-F238E27FC236}">
                <a16:creationId xmlns:a16="http://schemas.microsoft.com/office/drawing/2014/main" id="{5E29445D-5852-4685-99FA-F6D0EEB71907}"/>
              </a:ext>
            </a:extLst>
          </p:cNvPr>
          <p:cNvSpPr>
            <a:spLocks noGrp="1"/>
          </p:cNvSpPr>
          <p:nvPr>
            <p:ph type="body" sz="half" idx="11" hasCustomPrompt="1"/>
          </p:nvPr>
        </p:nvSpPr>
        <p:spPr>
          <a:xfrm>
            <a:off x="6351894" y="457200"/>
            <a:ext cx="493776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7" name="Text Placeholder 3">
            <a:extLst>
              <a:ext uri="{FF2B5EF4-FFF2-40B4-BE49-F238E27FC236}">
                <a16:creationId xmlns:a16="http://schemas.microsoft.com/office/drawing/2014/main" id="{F8A5A1E2-D455-4943-B46C-912CF46ABA90}"/>
              </a:ext>
            </a:extLst>
          </p:cNvPr>
          <p:cNvSpPr>
            <a:spLocks noGrp="1"/>
          </p:cNvSpPr>
          <p:nvPr>
            <p:ph type="body" sz="half" idx="12" hasCustomPrompt="1"/>
          </p:nvPr>
        </p:nvSpPr>
        <p:spPr>
          <a:xfrm>
            <a:off x="6351894" y="822961"/>
            <a:ext cx="4937760" cy="1155812"/>
          </a:xfrm>
          <a:noFill/>
        </p:spPr>
        <p:txBody>
          <a:bodyPr wrap="square" numCol="2" spcCol="457200" rtlCol="0">
            <a:noAutofit/>
          </a:bodyPr>
          <a:lstStyle>
            <a:lvl1pPr marL="228600" indent="-228600">
              <a:lnSpc>
                <a:spcPts val="1400"/>
              </a:lnSpc>
              <a:spcBef>
                <a:spcPts val="0"/>
              </a:spcBef>
              <a:spcAft>
                <a:spcPts val="700"/>
              </a:spcAft>
              <a:buFont typeface="Arial" panose="020B0604020202020204" pitchFamily="34" charset="0"/>
              <a:buChar char="•"/>
              <a:defRPr lang="en-US" sz="1200" i="0" dirty="0">
                <a:solidFill>
                  <a:schemeClr val="tx1"/>
                </a:solidFill>
              </a:defRPr>
            </a:lvl1pPr>
          </a:lstStyle>
          <a:p>
            <a:pPr lvl="0"/>
            <a:r>
              <a:rPr lang="en-US" dirty="0"/>
              <a:t>Click to add text</a:t>
            </a:r>
          </a:p>
        </p:txBody>
      </p:sp>
      <p:sp>
        <p:nvSpPr>
          <p:cNvPr id="4" name="Text Placeholder 3">
            <a:extLst>
              <a:ext uri="{FF2B5EF4-FFF2-40B4-BE49-F238E27FC236}">
                <a16:creationId xmlns:a16="http://schemas.microsoft.com/office/drawing/2014/main" id="{65203A40-6A55-12EC-9BD5-46AA64770642}"/>
              </a:ext>
            </a:extLst>
          </p:cNvPr>
          <p:cNvSpPr>
            <a:spLocks noGrp="1"/>
          </p:cNvSpPr>
          <p:nvPr>
            <p:ph type="body" sz="half" idx="21" hasCustomPrompt="1"/>
          </p:nvPr>
        </p:nvSpPr>
        <p:spPr>
          <a:xfrm>
            <a:off x="6351894" y="2176492"/>
            <a:ext cx="493776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4" name="Text Placeholder 8">
            <a:extLst>
              <a:ext uri="{FF2B5EF4-FFF2-40B4-BE49-F238E27FC236}">
                <a16:creationId xmlns:a16="http://schemas.microsoft.com/office/drawing/2014/main" id="{6ABAA54B-5D56-E366-F100-D83FF11D3191}"/>
              </a:ext>
            </a:extLst>
          </p:cNvPr>
          <p:cNvSpPr>
            <a:spLocks noGrp="1"/>
          </p:cNvSpPr>
          <p:nvPr>
            <p:ph type="body" sz="quarter" idx="40" hasCustomPrompt="1"/>
          </p:nvPr>
        </p:nvSpPr>
        <p:spPr>
          <a:xfrm>
            <a:off x="6181709" y="2582712"/>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 name="Text Placeholder 3">
            <a:extLst>
              <a:ext uri="{FF2B5EF4-FFF2-40B4-BE49-F238E27FC236}">
                <a16:creationId xmlns:a16="http://schemas.microsoft.com/office/drawing/2014/main" id="{91BB2503-6586-B7E1-492D-555313BC0B66}"/>
              </a:ext>
            </a:extLst>
          </p:cNvPr>
          <p:cNvSpPr>
            <a:spLocks noGrp="1"/>
          </p:cNvSpPr>
          <p:nvPr>
            <p:ph type="body" sz="half" idx="22" hasCustomPrompt="1"/>
          </p:nvPr>
        </p:nvSpPr>
        <p:spPr>
          <a:xfrm>
            <a:off x="6805503" y="2593131"/>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5" name="Text Placeholder 8">
            <a:extLst>
              <a:ext uri="{FF2B5EF4-FFF2-40B4-BE49-F238E27FC236}">
                <a16:creationId xmlns:a16="http://schemas.microsoft.com/office/drawing/2014/main" id="{2C19EEFA-07F9-522D-E2F5-3C9D03B3DAD8}"/>
              </a:ext>
            </a:extLst>
          </p:cNvPr>
          <p:cNvSpPr>
            <a:spLocks noGrp="1"/>
          </p:cNvSpPr>
          <p:nvPr>
            <p:ph type="body" sz="quarter" idx="41" hasCustomPrompt="1"/>
          </p:nvPr>
        </p:nvSpPr>
        <p:spPr>
          <a:xfrm>
            <a:off x="8754474" y="2594785"/>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6" name="Text Placeholder 3">
            <a:extLst>
              <a:ext uri="{FF2B5EF4-FFF2-40B4-BE49-F238E27FC236}">
                <a16:creationId xmlns:a16="http://schemas.microsoft.com/office/drawing/2014/main" id="{163CEC8F-4DDC-8A2E-E283-5C8B3F042661}"/>
              </a:ext>
            </a:extLst>
          </p:cNvPr>
          <p:cNvSpPr>
            <a:spLocks noGrp="1"/>
          </p:cNvSpPr>
          <p:nvPr>
            <p:ph type="body" sz="half" idx="32" hasCustomPrompt="1"/>
          </p:nvPr>
        </p:nvSpPr>
        <p:spPr>
          <a:xfrm>
            <a:off x="9367846" y="2593131"/>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8">
            <a:extLst>
              <a:ext uri="{FF2B5EF4-FFF2-40B4-BE49-F238E27FC236}">
                <a16:creationId xmlns:a16="http://schemas.microsoft.com/office/drawing/2014/main" id="{A49D387E-8DC7-390E-5682-E3FA2F1A373E}"/>
              </a:ext>
            </a:extLst>
          </p:cNvPr>
          <p:cNvSpPr>
            <a:spLocks noGrp="1"/>
          </p:cNvSpPr>
          <p:nvPr>
            <p:ph type="body" sz="quarter" idx="42" hasCustomPrompt="1"/>
          </p:nvPr>
        </p:nvSpPr>
        <p:spPr>
          <a:xfrm>
            <a:off x="6181709" y="3884473"/>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20" name="Text Placeholder 3">
            <a:extLst>
              <a:ext uri="{FF2B5EF4-FFF2-40B4-BE49-F238E27FC236}">
                <a16:creationId xmlns:a16="http://schemas.microsoft.com/office/drawing/2014/main" id="{5DBCD4BD-546F-BF8C-297A-8B841E3A860E}"/>
              </a:ext>
            </a:extLst>
          </p:cNvPr>
          <p:cNvSpPr>
            <a:spLocks noGrp="1"/>
          </p:cNvSpPr>
          <p:nvPr>
            <p:ph type="body" sz="half" idx="33" hasCustomPrompt="1"/>
          </p:nvPr>
        </p:nvSpPr>
        <p:spPr>
          <a:xfrm>
            <a:off x="6807071" y="3886177"/>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7" name="Text Placeholder 8">
            <a:extLst>
              <a:ext uri="{FF2B5EF4-FFF2-40B4-BE49-F238E27FC236}">
                <a16:creationId xmlns:a16="http://schemas.microsoft.com/office/drawing/2014/main" id="{33ED717A-C3B0-356E-1D30-1782C31C7CE8}"/>
              </a:ext>
            </a:extLst>
          </p:cNvPr>
          <p:cNvSpPr>
            <a:spLocks noGrp="1"/>
          </p:cNvSpPr>
          <p:nvPr>
            <p:ph type="body" sz="quarter" idx="43" hasCustomPrompt="1"/>
          </p:nvPr>
        </p:nvSpPr>
        <p:spPr>
          <a:xfrm>
            <a:off x="8754474" y="3886177"/>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21" name="Text Placeholder 3">
            <a:extLst>
              <a:ext uri="{FF2B5EF4-FFF2-40B4-BE49-F238E27FC236}">
                <a16:creationId xmlns:a16="http://schemas.microsoft.com/office/drawing/2014/main" id="{8ABEC6F1-02DD-91A1-15C4-4E3D65F3D322}"/>
              </a:ext>
            </a:extLst>
          </p:cNvPr>
          <p:cNvSpPr>
            <a:spLocks noGrp="1"/>
          </p:cNvSpPr>
          <p:nvPr>
            <p:ph type="body" sz="half" idx="34" hasCustomPrompt="1"/>
          </p:nvPr>
        </p:nvSpPr>
        <p:spPr>
          <a:xfrm>
            <a:off x="9369414" y="3886177"/>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9" name="Text Placeholder 27">
            <a:extLst>
              <a:ext uri="{FF2B5EF4-FFF2-40B4-BE49-F238E27FC236}">
                <a16:creationId xmlns:a16="http://schemas.microsoft.com/office/drawing/2014/main" id="{40284018-877E-48C8-A60E-5EA184B0B905}"/>
              </a:ext>
            </a:extLst>
          </p:cNvPr>
          <p:cNvSpPr>
            <a:spLocks noGrp="1"/>
          </p:cNvSpPr>
          <p:nvPr>
            <p:ph type="body" sz="quarter" idx="18" hasCustomPrompt="1"/>
          </p:nvPr>
        </p:nvSpPr>
        <p:spPr>
          <a:xfrm>
            <a:off x="6351894" y="5177497"/>
            <a:ext cx="4937760" cy="640080"/>
          </a:xfrm>
          <a:noFill/>
          <a:ln w="25400">
            <a:solidFill>
              <a:schemeClr val="bg2">
                <a:lumMod val="90000"/>
              </a:schemeClr>
            </a:solidFill>
          </a:ln>
        </p:spPr>
        <p:txBody>
          <a:bodyPr lIns="182880" tIns="137160" rIns="182880" bIns="182880" anchor="t" anchorCtr="0">
            <a:noAutofit/>
          </a:bodyPr>
          <a:lstStyle>
            <a:lvl1pPr marL="0" indent="0" algn="l">
              <a:lnSpc>
                <a:spcPct val="100000"/>
              </a:lnSpc>
              <a:spcBef>
                <a:spcPts val="0"/>
              </a:spcBef>
              <a:buNone/>
              <a:defRPr sz="1400" b="1" i="0" cap="all" baseline="0">
                <a:solidFill>
                  <a:schemeClr val="tx1"/>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text</a:t>
            </a:r>
          </a:p>
        </p:txBody>
      </p:sp>
      <p:sp>
        <p:nvSpPr>
          <p:cNvPr id="18" name="Text Placeholder 17">
            <a:extLst>
              <a:ext uri="{FF2B5EF4-FFF2-40B4-BE49-F238E27FC236}">
                <a16:creationId xmlns:a16="http://schemas.microsoft.com/office/drawing/2014/main" id="{1FAB78F3-C3C1-C3BA-3087-C8259ABD6AF8}"/>
              </a:ext>
            </a:extLst>
          </p:cNvPr>
          <p:cNvSpPr>
            <a:spLocks noGrp="1"/>
          </p:cNvSpPr>
          <p:nvPr>
            <p:ph type="body" sz="quarter" idx="35" hasCustomPrompt="1"/>
          </p:nvPr>
        </p:nvSpPr>
        <p:spPr>
          <a:xfrm>
            <a:off x="6965576" y="5289177"/>
            <a:ext cx="4196137" cy="467830"/>
          </a:xfrm>
        </p:spPr>
        <p:txBody>
          <a:bodyPr lIns="0"/>
          <a:lstStyle>
            <a:lvl1pPr marL="0" indent="0">
              <a:buNone/>
              <a:defRPr sz="1200">
                <a:solidFill>
                  <a:schemeClr val="tx1"/>
                </a:solidFill>
              </a:defRPr>
            </a:lvl1pPr>
            <a:lvl2pPr marL="457200" indent="0">
              <a:buNone/>
              <a:defRPr sz="1200">
                <a:solidFill>
                  <a:schemeClr val="tx1"/>
                </a:solidFill>
              </a:defRPr>
            </a:lvl2pPr>
            <a:lvl3pPr marL="914400" indent="0">
              <a:buNone/>
              <a:defRPr sz="1200">
                <a:solidFill>
                  <a:schemeClr val="tx1"/>
                </a:solidFill>
              </a:defRPr>
            </a:lvl3pPr>
            <a:lvl4pPr marL="1371600" indent="0">
              <a:buNone/>
              <a:defRPr sz="1200">
                <a:solidFill>
                  <a:schemeClr val="tx1"/>
                </a:solidFill>
              </a:defRPr>
            </a:lvl4pPr>
            <a:lvl5pPr marL="1828800" indent="0">
              <a:buNone/>
              <a:defRPr sz="1200">
                <a:solidFill>
                  <a:schemeClr val="tx1"/>
                </a:solidFill>
              </a:defRPr>
            </a:lvl5pPr>
          </a:lstStyle>
          <a:p>
            <a:pPr lvl="0"/>
            <a:r>
              <a:rPr lang="en-US" dirty="0"/>
              <a:t>Click to add text</a:t>
            </a:r>
          </a:p>
        </p:txBody>
      </p:sp>
      <p:sp>
        <p:nvSpPr>
          <p:cNvPr id="19" name="Text Placeholder 3">
            <a:extLst>
              <a:ext uri="{FF2B5EF4-FFF2-40B4-BE49-F238E27FC236}">
                <a16:creationId xmlns:a16="http://schemas.microsoft.com/office/drawing/2014/main" id="{2B63EEB8-169F-4E42-8938-2B33C50057D9}"/>
              </a:ext>
            </a:extLst>
          </p:cNvPr>
          <p:cNvSpPr>
            <a:spLocks noGrp="1"/>
          </p:cNvSpPr>
          <p:nvPr>
            <p:ph type="body" sz="half" idx="15" hasCustomPrompt="1"/>
          </p:nvPr>
        </p:nvSpPr>
        <p:spPr>
          <a:xfrm>
            <a:off x="6351894" y="5989320"/>
            <a:ext cx="4937760" cy="457200"/>
          </a:xfrm>
        </p:spPr>
        <p:txBody>
          <a:bodyPr bIns="0" numCol="1" anchor="b"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3" name="Slide Number Placeholder 5">
            <a:extLst>
              <a:ext uri="{FF2B5EF4-FFF2-40B4-BE49-F238E27FC236}">
                <a16:creationId xmlns:a16="http://schemas.microsoft.com/office/drawing/2014/main" id="{EAF1384C-39EA-07D1-AB6D-FD77E4E309A8}"/>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215328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0EBF2F49-7BE2-47B1-8BC4-A7641CB89A23}"/>
              </a:ext>
            </a:extLst>
          </p:cNvPr>
          <p:cNvSpPr>
            <a:spLocks noGrp="1"/>
          </p:cNvSpPr>
          <p:nvPr>
            <p:ph type="pic" sz="quarter" idx="10" hasCustomPrompt="1"/>
          </p:nvPr>
        </p:nvSpPr>
        <p:spPr>
          <a:xfrm>
            <a:off x="0" y="0"/>
            <a:ext cx="12192000" cy="6858000"/>
          </a:xfrm>
          <a:noFill/>
        </p:spPr>
        <p:txBody>
          <a:bodyPr anchor="ctr"/>
          <a:lstStyle>
            <a:lvl1pPr marL="0" indent="0" algn="ctr">
              <a:buNone/>
              <a:defRPr/>
            </a:lvl1pPr>
          </a:lstStyle>
          <a:p>
            <a:r>
              <a:rPr lang="en-US" dirty="0"/>
              <a:t>Add a picture </a:t>
            </a:r>
          </a:p>
        </p:txBody>
      </p:sp>
      <p:sp>
        <p:nvSpPr>
          <p:cNvPr id="10" name="Title 1">
            <a:extLst>
              <a:ext uri="{FF2B5EF4-FFF2-40B4-BE49-F238E27FC236}">
                <a16:creationId xmlns:a16="http://schemas.microsoft.com/office/drawing/2014/main" id="{C5B73CD6-4AD9-41DA-9481-BA512E885FE5}"/>
              </a:ext>
            </a:extLst>
          </p:cNvPr>
          <p:cNvSpPr>
            <a:spLocks noGrp="1"/>
          </p:cNvSpPr>
          <p:nvPr>
            <p:ph type="title" hasCustomPrompt="1"/>
          </p:nvPr>
        </p:nvSpPr>
        <p:spPr>
          <a:xfrm>
            <a:off x="467711" y="457200"/>
            <a:ext cx="11256579" cy="1280160"/>
          </a:xfrm>
          <a:prstGeom prst="rect">
            <a:avLst/>
          </a:prstGeom>
        </p:spPr>
        <p:txBody>
          <a:bodyPr tIns="0" anchor="t" anchorCtr="0">
            <a:noAutofit/>
          </a:bodyPr>
          <a:lstStyle>
            <a:lvl1pPr algn="l">
              <a:lnSpc>
                <a:spcPct val="90000"/>
              </a:lnSpc>
              <a:defRPr sz="7200">
                <a:solidFill>
                  <a:schemeClr val="tx1">
                    <a:lumMod val="85000"/>
                    <a:lumOff val="15000"/>
                  </a:schemeClr>
                </a:solidFill>
              </a:defRPr>
            </a:lvl1pPr>
          </a:lstStyle>
          <a:p>
            <a:r>
              <a:rPr lang="en-US" dirty="0"/>
              <a:t>Click to add title</a:t>
            </a:r>
          </a:p>
        </p:txBody>
      </p:sp>
    </p:spTree>
    <p:extLst>
      <p:ext uri="{BB962C8B-B14F-4D97-AF65-F5344CB8AC3E}">
        <p14:creationId xmlns:p14="http://schemas.microsoft.com/office/powerpoint/2010/main" val="1346047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ors">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B73CD6-4AD9-41DA-9481-BA512E885FE5}"/>
              </a:ext>
            </a:extLst>
          </p:cNvPr>
          <p:cNvSpPr>
            <a:spLocks noGrp="1"/>
          </p:cNvSpPr>
          <p:nvPr>
            <p:ph type="title" hasCustomPrompt="1"/>
          </p:nvPr>
        </p:nvSpPr>
        <p:spPr>
          <a:xfrm>
            <a:off x="4507606" y="2743200"/>
            <a:ext cx="7228159" cy="1280160"/>
          </a:xfrm>
          <a:prstGeom prst="rect">
            <a:avLst/>
          </a:prstGeom>
        </p:spPr>
        <p:txBody>
          <a:bodyPr tIns="0" anchor="t" anchorCtr="0">
            <a:noAutofit/>
          </a:bodyPr>
          <a:lstStyle>
            <a:lvl1pPr>
              <a:lnSpc>
                <a:spcPct val="90000"/>
              </a:lnSpc>
              <a:defRPr sz="7200">
                <a:solidFill>
                  <a:schemeClr val="tx1">
                    <a:lumMod val="85000"/>
                    <a:lumOff val="15000"/>
                  </a:schemeClr>
                </a:solidFill>
              </a:defRPr>
            </a:lvl1pPr>
          </a:lstStyle>
          <a:p>
            <a:r>
              <a:rPr lang="en-US" dirty="0"/>
              <a:t>Click to add title</a:t>
            </a:r>
          </a:p>
        </p:txBody>
      </p:sp>
      <p:sp>
        <p:nvSpPr>
          <p:cNvPr id="5" name="Subtitle 2">
            <a:extLst>
              <a:ext uri="{FF2B5EF4-FFF2-40B4-BE49-F238E27FC236}">
                <a16:creationId xmlns:a16="http://schemas.microsoft.com/office/drawing/2014/main" id="{6D233A8E-E8E2-428D-B3B1-4DD2D1AD48F2}"/>
              </a:ext>
            </a:extLst>
          </p:cNvPr>
          <p:cNvSpPr>
            <a:spLocks noGrp="1"/>
          </p:cNvSpPr>
          <p:nvPr>
            <p:ph type="subTitle" idx="10" hasCustomPrompt="1"/>
          </p:nvPr>
        </p:nvSpPr>
        <p:spPr>
          <a:xfrm>
            <a:off x="4507606" y="4114800"/>
            <a:ext cx="7228159" cy="2286000"/>
          </a:xfrm>
        </p:spPr>
        <p:txBody>
          <a:bodyPr tIns="0" numCol="3" spcCol="457200">
            <a:noAutofit/>
          </a:bodyPr>
          <a:lstStyle>
            <a:lvl1pPr marL="0" indent="0" algn="l">
              <a:lnSpc>
                <a:spcPts val="4500"/>
              </a:lnSpc>
              <a:spcBef>
                <a:spcPts val="300"/>
              </a:spcBef>
              <a:buNone/>
              <a:defRPr sz="20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Picture Placeholder 4">
            <a:extLst>
              <a:ext uri="{FF2B5EF4-FFF2-40B4-BE49-F238E27FC236}">
                <a16:creationId xmlns:a16="http://schemas.microsoft.com/office/drawing/2014/main" id="{EA2014FC-BC19-4F06-91E1-BBB98A5CE2AA}"/>
              </a:ext>
            </a:extLst>
          </p:cNvPr>
          <p:cNvSpPr>
            <a:spLocks noGrp="1"/>
          </p:cNvSpPr>
          <p:nvPr>
            <p:ph type="pic" sz="quarter" idx="11" hasCustomPrompt="1"/>
          </p:nvPr>
        </p:nvSpPr>
        <p:spPr>
          <a:xfrm>
            <a:off x="0" y="0"/>
            <a:ext cx="3968496" cy="6858000"/>
          </a:xfrm>
          <a:noFill/>
        </p:spPr>
        <p:txBody>
          <a:bodyPr anchor="ctr"/>
          <a:lstStyle>
            <a:lvl1pPr marL="0" indent="0" algn="ctr">
              <a:buNone/>
              <a:defRPr/>
            </a:lvl1pPr>
          </a:lstStyle>
          <a:p>
            <a:r>
              <a:rPr lang="en-US" dirty="0"/>
              <a:t>Add a picture </a:t>
            </a:r>
          </a:p>
        </p:txBody>
      </p:sp>
    </p:spTree>
    <p:extLst>
      <p:ext uri="{BB962C8B-B14F-4D97-AF65-F5344CB8AC3E}">
        <p14:creationId xmlns:p14="http://schemas.microsoft.com/office/powerpoint/2010/main" val="3677679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A96BD-B6AC-4441-9EB5-EF715B563CC5}"/>
              </a:ext>
            </a:extLst>
          </p:cNvPr>
          <p:cNvSpPr>
            <a:spLocks noGrp="1"/>
          </p:cNvSpPr>
          <p:nvPr>
            <p:ph type="title" hasCustomPrompt="1"/>
          </p:nvPr>
        </p:nvSpPr>
        <p:spPr>
          <a:xfrm>
            <a:off x="457199" y="457198"/>
            <a:ext cx="11201400" cy="971552"/>
          </a:xfrm>
          <a:prstGeom prst="rect">
            <a:avLst/>
          </a:prstGeom>
        </p:spPr>
        <p:txBody>
          <a:bodyPr tIns="0" anchor="t" anchorCtr="0">
            <a:normAutofit/>
          </a:bodyPr>
          <a:lstStyle>
            <a:lvl1pPr>
              <a:defRPr sz="7200">
                <a:solidFill>
                  <a:schemeClr val="tx1">
                    <a:lumMod val="85000"/>
                    <a:lumOff val="15000"/>
                  </a:schemeClr>
                </a:solidFill>
              </a:defRPr>
            </a:lvl1pPr>
          </a:lstStyle>
          <a:p>
            <a:r>
              <a:rPr lang="en-US" dirty="0"/>
              <a:t>Click to add title </a:t>
            </a:r>
          </a:p>
        </p:txBody>
      </p:sp>
      <p:sp>
        <p:nvSpPr>
          <p:cNvPr id="7" name="Subtitle 2">
            <a:extLst>
              <a:ext uri="{FF2B5EF4-FFF2-40B4-BE49-F238E27FC236}">
                <a16:creationId xmlns:a16="http://schemas.microsoft.com/office/drawing/2014/main" id="{C82E24EF-9D75-D197-3BFB-2AC785E86282}"/>
              </a:ext>
            </a:extLst>
          </p:cNvPr>
          <p:cNvSpPr>
            <a:spLocks noGrp="1"/>
          </p:cNvSpPr>
          <p:nvPr>
            <p:ph type="subTitle" idx="1" hasCustomPrompt="1"/>
          </p:nvPr>
        </p:nvSpPr>
        <p:spPr>
          <a:xfrm>
            <a:off x="457201" y="1554480"/>
            <a:ext cx="11201400" cy="638022"/>
          </a:xfrm>
        </p:spPr>
        <p:txBody>
          <a:bodyPr>
            <a:normAutofit/>
          </a:bodyPr>
          <a:lstStyle>
            <a:lvl1pPr marL="0" indent="0" algn="l">
              <a:buNone/>
              <a:defRPr sz="2000" b="1" i="1" cap="none" spc="0" baseline="0">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 </a:t>
            </a:r>
          </a:p>
        </p:txBody>
      </p:sp>
      <p:sp>
        <p:nvSpPr>
          <p:cNvPr id="19" name="Picture Placeholder 4">
            <a:extLst>
              <a:ext uri="{FF2B5EF4-FFF2-40B4-BE49-F238E27FC236}">
                <a16:creationId xmlns:a16="http://schemas.microsoft.com/office/drawing/2014/main" id="{1FFC4A27-82C1-409D-B822-91EB3DF28632}"/>
              </a:ext>
            </a:extLst>
          </p:cNvPr>
          <p:cNvSpPr>
            <a:spLocks noGrp="1"/>
          </p:cNvSpPr>
          <p:nvPr>
            <p:ph type="pic" sz="quarter" idx="10" hasCustomPrompt="1"/>
          </p:nvPr>
        </p:nvSpPr>
        <p:spPr>
          <a:xfrm>
            <a:off x="0" y="2743200"/>
            <a:ext cx="4069080" cy="4114800"/>
          </a:xfrm>
          <a:noFill/>
        </p:spPr>
        <p:txBody>
          <a:bodyPr anchor="ctr"/>
          <a:lstStyle>
            <a:lvl1pPr marL="0" indent="0" algn="ctr">
              <a:buNone/>
              <a:defRPr/>
            </a:lvl1pPr>
          </a:lstStyle>
          <a:p>
            <a:r>
              <a:rPr lang="en-US" dirty="0"/>
              <a:t>Add a picture </a:t>
            </a:r>
          </a:p>
        </p:txBody>
      </p:sp>
      <p:sp>
        <p:nvSpPr>
          <p:cNvPr id="5" name="Picture Placeholder 4">
            <a:extLst>
              <a:ext uri="{FF2B5EF4-FFF2-40B4-BE49-F238E27FC236}">
                <a16:creationId xmlns:a16="http://schemas.microsoft.com/office/drawing/2014/main" id="{BEB24175-FCF4-B7E7-2167-75B5D2CB173D}"/>
              </a:ext>
            </a:extLst>
          </p:cNvPr>
          <p:cNvSpPr>
            <a:spLocks noGrp="1"/>
          </p:cNvSpPr>
          <p:nvPr>
            <p:ph type="pic" sz="quarter" idx="12" hasCustomPrompt="1"/>
          </p:nvPr>
        </p:nvSpPr>
        <p:spPr>
          <a:xfrm>
            <a:off x="4061460" y="2743200"/>
            <a:ext cx="4069080" cy="4114800"/>
          </a:xfrm>
          <a:noFill/>
        </p:spPr>
        <p:txBody>
          <a:bodyPr anchor="ctr"/>
          <a:lstStyle>
            <a:lvl1pPr marL="0" indent="0" algn="ctr">
              <a:buNone/>
              <a:defRPr/>
            </a:lvl1pPr>
          </a:lstStyle>
          <a:p>
            <a:r>
              <a:rPr lang="en-US" dirty="0"/>
              <a:t>Add a picture </a:t>
            </a:r>
          </a:p>
        </p:txBody>
      </p:sp>
      <p:sp>
        <p:nvSpPr>
          <p:cNvPr id="4" name="Picture Placeholder 4">
            <a:extLst>
              <a:ext uri="{FF2B5EF4-FFF2-40B4-BE49-F238E27FC236}">
                <a16:creationId xmlns:a16="http://schemas.microsoft.com/office/drawing/2014/main" id="{EEA5E70B-F4FB-4795-A208-10267176B7C7}"/>
              </a:ext>
            </a:extLst>
          </p:cNvPr>
          <p:cNvSpPr>
            <a:spLocks noGrp="1"/>
          </p:cNvSpPr>
          <p:nvPr>
            <p:ph type="pic" sz="quarter" idx="11" hasCustomPrompt="1"/>
          </p:nvPr>
        </p:nvSpPr>
        <p:spPr>
          <a:xfrm>
            <a:off x="8122920" y="2743200"/>
            <a:ext cx="4069080" cy="4114800"/>
          </a:xfrm>
          <a:noFill/>
        </p:spPr>
        <p:txBody>
          <a:bodyPr anchor="ctr"/>
          <a:lstStyle>
            <a:lvl1pPr marL="0" indent="0" algn="ctr">
              <a:buNone/>
              <a:defRPr/>
            </a:lvl1pPr>
          </a:lstStyle>
          <a:p>
            <a:r>
              <a:rPr lang="en-US" dirty="0"/>
              <a:t>Add a picture </a:t>
            </a:r>
          </a:p>
        </p:txBody>
      </p:sp>
    </p:spTree>
    <p:extLst>
      <p:ext uri="{BB962C8B-B14F-4D97-AF65-F5344CB8AC3E}">
        <p14:creationId xmlns:p14="http://schemas.microsoft.com/office/powerpoint/2010/main" val="758894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58240A-8AA3-4585-BCFB-5E6B8F3DE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DFD43C-A0D1-4CC6-9A2E-479DF76A24B0}"/>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
        <p:nvSpPr>
          <p:cNvPr id="7" name="Title Placeholder 6">
            <a:extLst>
              <a:ext uri="{FF2B5EF4-FFF2-40B4-BE49-F238E27FC236}">
                <a16:creationId xmlns:a16="http://schemas.microsoft.com/office/drawing/2014/main" id="{9B92C827-4DAB-89F5-4FBD-C72A83007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add title</a:t>
            </a:r>
          </a:p>
        </p:txBody>
      </p:sp>
    </p:spTree>
    <p:extLst>
      <p:ext uri="{BB962C8B-B14F-4D97-AF65-F5344CB8AC3E}">
        <p14:creationId xmlns:p14="http://schemas.microsoft.com/office/powerpoint/2010/main" val="1201637337"/>
      </p:ext>
    </p:extLst>
  </p:cSld>
  <p:clrMap bg1="lt1" tx1="dk1" bg2="lt2" tx2="dk2" accent1="accent1" accent2="accent2" accent3="accent3" accent4="accent4" accent5="accent5" accent6="accent6" hlink="hlink" folHlink="folHlink"/>
  <p:sldLayoutIdLst>
    <p:sldLayoutId id="2147483682" r:id="rId1"/>
    <p:sldLayoutId id="2147483684" r:id="rId2"/>
    <p:sldLayoutId id="2147483664" r:id="rId3"/>
    <p:sldLayoutId id="2147483668" r:id="rId4"/>
    <p:sldLayoutId id="2147483690" r:id="rId5"/>
    <p:sldLayoutId id="2147483670" r:id="rId6"/>
    <p:sldLayoutId id="2147483714" r:id="rId7"/>
    <p:sldLayoutId id="2147483685" r:id="rId8"/>
    <p:sldLayoutId id="2147483694" r:id="rId9"/>
    <p:sldLayoutId id="2147483696" r:id="rId10"/>
  </p:sldLayoutIdLst>
  <p:hf hdr="0" ftr="0" dt="0"/>
  <p:txStyles>
    <p:titleStyle>
      <a:lvl1pPr algn="l" defTabSz="914400" rtl="0" eaLnBrk="1" latinLnBrk="0" hangingPunct="1">
        <a:lnSpc>
          <a:spcPct val="90000"/>
        </a:lnSpc>
        <a:spcBef>
          <a:spcPct val="0"/>
        </a:spcBef>
        <a:buNone/>
        <a:defRPr sz="4800" b="0" i="1" kern="1200" spc="1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0.xml"/><Relationship Id="rId4"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close up of vegetables">
            <a:extLst>
              <a:ext uri="{FF2B5EF4-FFF2-40B4-BE49-F238E27FC236}">
                <a16:creationId xmlns:a16="http://schemas.microsoft.com/office/drawing/2014/main" id="{C1F73E38-9072-B852-6B1C-EC2330D6F723}"/>
              </a:ext>
            </a:extLst>
          </p:cNvPr>
          <p:cNvPicPr>
            <a:picLocks noGrp="1" noChangeAspect="1"/>
          </p:cNvPicPr>
          <p:nvPr>
            <p:ph type="pic" sz="quarter" idx="10"/>
          </p:nvPr>
        </p:nvPicPr>
        <p:blipFill>
          <a:blip r:embed="rId3"/>
          <a:srcRect/>
          <a:stretch/>
        </p:blipFill>
        <p:spPr>
          <a:xfrm>
            <a:off x="0" y="0"/>
            <a:ext cx="12192000" cy="6858000"/>
          </a:xfrm>
        </p:spPr>
      </p:pic>
      <p:sp>
        <p:nvSpPr>
          <p:cNvPr id="2" name="Title 1">
            <a:extLst>
              <a:ext uri="{FF2B5EF4-FFF2-40B4-BE49-F238E27FC236}">
                <a16:creationId xmlns:a16="http://schemas.microsoft.com/office/drawing/2014/main" id="{108FBC78-66E7-45DE-B5B9-64E043635320}"/>
              </a:ext>
            </a:extLst>
          </p:cNvPr>
          <p:cNvSpPr>
            <a:spLocks noGrp="1"/>
          </p:cNvSpPr>
          <p:nvPr>
            <p:ph type="ctrTitle"/>
          </p:nvPr>
        </p:nvSpPr>
        <p:spPr>
          <a:xfrm>
            <a:off x="457200" y="457200"/>
            <a:ext cx="3771900" cy="1097280"/>
          </a:xfrm>
        </p:spPr>
        <p:txBody>
          <a:bodyPr tIns="0" anchor="t" anchorCtr="0"/>
          <a:lstStyle/>
          <a:p>
            <a:r>
              <a:rPr lang="en-US" sz="6000" i="0" dirty="0">
                <a:latin typeface="Arial" panose="020B0604020202020204" pitchFamily="34" charset="0"/>
                <a:cs typeface="Arial" panose="020B0604020202020204" pitchFamily="34" charset="0"/>
              </a:rPr>
              <a:t>FINAL </a:t>
            </a:r>
            <a:br>
              <a:rPr lang="en-US" sz="6000" i="0" dirty="0">
                <a:latin typeface="Arial" panose="020B0604020202020204" pitchFamily="34" charset="0"/>
                <a:cs typeface="Arial" panose="020B0604020202020204" pitchFamily="34" charset="0"/>
              </a:rPr>
            </a:br>
            <a:r>
              <a:rPr lang="en-US" sz="6000" i="0" dirty="0">
                <a:latin typeface="Arial" panose="020B0604020202020204" pitchFamily="34" charset="0"/>
                <a:cs typeface="Arial" panose="020B0604020202020204" pitchFamily="34" charset="0"/>
              </a:rPr>
              <a:t>REPORT</a:t>
            </a:r>
          </a:p>
        </p:txBody>
      </p:sp>
      <p:sp>
        <p:nvSpPr>
          <p:cNvPr id="5" name="Subtitle 4">
            <a:extLst>
              <a:ext uri="{FF2B5EF4-FFF2-40B4-BE49-F238E27FC236}">
                <a16:creationId xmlns:a16="http://schemas.microsoft.com/office/drawing/2014/main" id="{FE669A56-DEF5-6757-6DF5-14892302A221}"/>
              </a:ext>
            </a:extLst>
          </p:cNvPr>
          <p:cNvSpPr>
            <a:spLocks noGrp="1"/>
          </p:cNvSpPr>
          <p:nvPr>
            <p:ph type="subTitle" idx="1"/>
          </p:nvPr>
        </p:nvSpPr>
        <p:spPr>
          <a:xfrm>
            <a:off x="457200" y="2321309"/>
            <a:ext cx="11201400" cy="638022"/>
          </a:xfrm>
        </p:spPr>
        <p:txBody>
          <a:bodyPr>
            <a:normAutofit/>
          </a:bodyPr>
          <a:lstStyle/>
          <a:p>
            <a:r>
              <a:rPr lang="en-US" dirty="0"/>
              <a:t>Doan Nguyen Thuy Quynh</a:t>
            </a:r>
          </a:p>
        </p:txBody>
      </p:sp>
    </p:spTree>
    <p:extLst>
      <p:ext uri="{BB962C8B-B14F-4D97-AF65-F5344CB8AC3E}">
        <p14:creationId xmlns:p14="http://schemas.microsoft.com/office/powerpoint/2010/main" val="2926332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06B00-81F0-AB7C-411C-51E96EE95CC0}"/>
              </a:ext>
            </a:extLst>
          </p:cNvPr>
          <p:cNvSpPr>
            <a:spLocks noGrp="1"/>
          </p:cNvSpPr>
          <p:nvPr>
            <p:ph type="title"/>
          </p:nvPr>
        </p:nvSpPr>
        <p:spPr>
          <a:xfrm>
            <a:off x="4681728" y="2078181"/>
            <a:ext cx="6858000" cy="2545773"/>
          </a:xfrm>
        </p:spPr>
        <p:txBody>
          <a:bodyPr/>
          <a:lstStyle/>
          <a:p>
            <a:pPr algn="ctr"/>
            <a:r>
              <a:rPr lang="en-US" b="1" i="0" dirty="0">
                <a:latin typeface="Arial" panose="020B0604020202020204" pitchFamily="34" charset="0"/>
                <a:cs typeface="Arial" panose="020B0604020202020204" pitchFamily="34" charset="0"/>
              </a:rPr>
              <a:t>Topic:</a:t>
            </a:r>
            <a:br>
              <a:rPr lang="en-US" b="1" i="0" dirty="0">
                <a:latin typeface="Arial" panose="020B0604020202020204" pitchFamily="34" charset="0"/>
                <a:cs typeface="Arial" panose="020B0604020202020204" pitchFamily="34" charset="0"/>
              </a:rPr>
            </a:br>
            <a:r>
              <a:rPr lang="en-US" b="1" i="0" dirty="0" err="1">
                <a:latin typeface="Arial" panose="020B0604020202020204" pitchFamily="34" charset="0"/>
                <a:cs typeface="Arial" panose="020B0604020202020204" pitchFamily="34" charset="0"/>
              </a:rPr>
              <a:t>Phân</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tích</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dữ</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liệu</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về</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hành</a:t>
            </a:r>
            <a:r>
              <a:rPr lang="en-US" b="1" i="0" dirty="0">
                <a:latin typeface="Arial" panose="020B0604020202020204" pitchFamily="34" charset="0"/>
                <a:cs typeface="Arial" panose="020B0604020202020204" pitchFamily="34" charset="0"/>
              </a:rPr>
              <a:t> vi </a:t>
            </a:r>
            <a:r>
              <a:rPr lang="en-US" b="1" i="0" dirty="0" err="1">
                <a:latin typeface="Arial" panose="020B0604020202020204" pitchFamily="34" charset="0"/>
                <a:cs typeface="Arial" panose="020B0604020202020204" pitchFamily="34" charset="0"/>
              </a:rPr>
              <a:t>ăn</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uống</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và</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sức</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khỏe</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của</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sinh</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viên</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đại</a:t>
            </a:r>
            <a:r>
              <a:rPr lang="en-US" b="1" i="0" dirty="0">
                <a:latin typeface="Arial" panose="020B0604020202020204" pitchFamily="34" charset="0"/>
                <a:cs typeface="Arial" panose="020B0604020202020204" pitchFamily="34" charset="0"/>
              </a:rPr>
              <a:t> </a:t>
            </a:r>
            <a:r>
              <a:rPr lang="en-US" b="1" i="0" dirty="0" err="1">
                <a:latin typeface="Arial" panose="020B0604020202020204" pitchFamily="34" charset="0"/>
                <a:cs typeface="Arial" panose="020B0604020202020204" pitchFamily="34" charset="0"/>
              </a:rPr>
              <a:t>học</a:t>
            </a:r>
            <a:endParaRPr lang="en-US" b="1" i="0" dirty="0">
              <a:latin typeface="Arial" panose="020B0604020202020204" pitchFamily="34" charset="0"/>
              <a:cs typeface="Arial" panose="020B0604020202020204" pitchFamily="34" charset="0"/>
            </a:endParaRPr>
          </a:p>
        </p:txBody>
      </p:sp>
      <p:pic>
        <p:nvPicPr>
          <p:cNvPr id="65" name="Picture Placeholder 64" descr="Avocado and egg on toast">
            <a:extLst>
              <a:ext uri="{FF2B5EF4-FFF2-40B4-BE49-F238E27FC236}">
                <a16:creationId xmlns:a16="http://schemas.microsoft.com/office/drawing/2014/main" id="{0D32CEB2-770F-E962-99F3-CAF2B4D5BAE7}"/>
              </a:ext>
              <a:ext uri="{C183D7F6-B498-43B3-948B-1728B52AA6E4}">
                <adec:decorative xmlns:adec="http://schemas.microsoft.com/office/drawing/2017/decorative" val="0"/>
              </a:ext>
            </a:extLst>
          </p:cNvPr>
          <p:cNvPicPr>
            <a:picLocks noGrp="1" noChangeAspect="1"/>
          </p:cNvPicPr>
          <p:nvPr>
            <p:ph type="pic" sz="quarter" idx="10"/>
          </p:nvPr>
        </p:nvPicPr>
        <p:blipFill>
          <a:blip r:embed="rId2"/>
          <a:srcRect l="20" r="20"/>
          <a:stretch/>
        </p:blipFill>
        <p:spPr>
          <a:xfrm>
            <a:off x="0" y="0"/>
            <a:ext cx="3971109" cy="6858000"/>
          </a:xfrm>
        </p:spPr>
      </p:pic>
    </p:spTree>
    <p:extLst>
      <p:ext uri="{BB962C8B-B14F-4D97-AF65-F5344CB8AC3E}">
        <p14:creationId xmlns:p14="http://schemas.microsoft.com/office/powerpoint/2010/main" val="3550377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Placeholder 47" descr="A bowl of food with purple vegetables">
            <a:extLst>
              <a:ext uri="{FF2B5EF4-FFF2-40B4-BE49-F238E27FC236}">
                <a16:creationId xmlns:a16="http://schemas.microsoft.com/office/drawing/2014/main" id="{BA70B016-1833-68FE-93AB-996E91399DB9}"/>
              </a:ext>
            </a:extLst>
          </p:cNvPr>
          <p:cNvPicPr>
            <a:picLocks noGrp="1" noChangeAspect="1"/>
          </p:cNvPicPr>
          <p:nvPr>
            <p:ph type="pic" sz="quarter" idx="17"/>
          </p:nvPr>
        </p:nvPicPr>
        <p:blipFill>
          <a:blip r:embed="rId2"/>
          <a:srcRect l="40" r="40"/>
          <a:stretch/>
        </p:blipFill>
        <p:spPr>
          <a:xfrm>
            <a:off x="0" y="0"/>
            <a:ext cx="3968496" cy="6858000"/>
          </a:xfrm>
        </p:spPr>
      </p:pic>
      <p:sp>
        <p:nvSpPr>
          <p:cNvPr id="29" name="Title 1">
            <a:extLst>
              <a:ext uri="{FF2B5EF4-FFF2-40B4-BE49-F238E27FC236}">
                <a16:creationId xmlns:a16="http://schemas.microsoft.com/office/drawing/2014/main" id="{EC0C4CE3-BD61-737F-A11E-9E09F8EE06EE}"/>
              </a:ext>
            </a:extLst>
          </p:cNvPr>
          <p:cNvSpPr>
            <a:spLocks noGrp="1"/>
          </p:cNvSpPr>
          <p:nvPr>
            <p:ph type="title"/>
          </p:nvPr>
        </p:nvSpPr>
        <p:spPr>
          <a:xfrm>
            <a:off x="4421955" y="800100"/>
            <a:ext cx="6858000" cy="488374"/>
          </a:xfrm>
        </p:spPr>
        <p:txBody>
          <a:bodyPr/>
          <a:lstStyle/>
          <a:p>
            <a:r>
              <a:rPr lang="en-US" sz="2400" b="1" i="0" dirty="0" err="1">
                <a:latin typeface="Arial" panose="020B0604020202020204" pitchFamily="34" charset="0"/>
                <a:cs typeface="Arial" panose="020B0604020202020204" pitchFamily="34" charset="0"/>
              </a:rPr>
              <a:t>Động</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cơ</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và</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bối</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cảnh</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nghiên</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cứu</a:t>
            </a:r>
            <a:endParaRPr lang="en-US" sz="2400" b="1" i="0" dirty="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F4D0CC47-EC7B-B701-EA78-2EEC6FBE186E}"/>
              </a:ext>
            </a:extLst>
          </p:cNvPr>
          <p:cNvSpPr txBox="1"/>
          <p:nvPr/>
        </p:nvSpPr>
        <p:spPr>
          <a:xfrm>
            <a:off x="4832484" y="1568117"/>
            <a:ext cx="6566343" cy="3305072"/>
          </a:xfrm>
          <a:prstGeom prst="rect">
            <a:avLst/>
          </a:prstGeom>
          <a:noFill/>
        </p:spPr>
        <p:txBody>
          <a:bodyPr wrap="square">
            <a:spAutoFit/>
          </a:bodyPr>
          <a:lstStyle/>
          <a:p>
            <a:pPr>
              <a:lnSpc>
                <a:spcPct val="120000"/>
              </a:lnSpc>
            </a:pP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Hành</a:t>
            </a:r>
            <a:r>
              <a:rPr lang="en-US" sz="2200" dirty="0">
                <a:latin typeface="Arial" panose="020B0604020202020204" pitchFamily="34" charset="0"/>
                <a:cs typeface="Arial" panose="020B0604020202020204" pitchFamily="34" charset="0"/>
              </a:rPr>
              <a:t> vi </a:t>
            </a:r>
            <a:r>
              <a:rPr lang="en-US" sz="2200" dirty="0" err="1">
                <a:latin typeface="Arial" panose="020B0604020202020204" pitchFamily="34" charset="0"/>
                <a:cs typeface="Arial" panose="020B0604020202020204" pitchFamily="34" charset="0"/>
              </a:rPr>
              <a:t>ăn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uống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lối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sống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ảnh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hưởng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đến</a:t>
            </a:r>
            <a:r>
              <a:rPr lang="en-US" sz="2200" dirty="0">
                <a:latin typeface="Arial" panose="020B0604020202020204" pitchFamily="34" charset="0"/>
                <a:cs typeface="Arial" panose="020B0604020202020204" pitchFamily="34" charset="0"/>
              </a:rPr>
              <a:t>:</a:t>
            </a:r>
          </a:p>
          <a:p>
            <a:pPr marL="862013" indent="-290513">
              <a:lnSpc>
                <a:spcPct val="120000"/>
              </a:lnSpc>
              <a:buFont typeface="Arial" panose="020B0604020202020204" pitchFamily="34" charset="0"/>
              <a:buChar char="•"/>
            </a:pPr>
            <a:r>
              <a:rPr lang="en-US" sz="2200" dirty="0" err="1">
                <a:latin typeface="Arial" panose="020B0604020202020204" pitchFamily="34" charset="0"/>
                <a:cs typeface="Arial" panose="020B0604020202020204" pitchFamily="34" charset="0"/>
              </a:rPr>
              <a:t>Sức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khỏe</a:t>
            </a:r>
            <a:endParaRPr lang="en-US" sz="2200" dirty="0">
              <a:latin typeface="Arial" panose="020B0604020202020204" pitchFamily="34" charset="0"/>
              <a:cs typeface="Arial" panose="020B0604020202020204" pitchFamily="34" charset="0"/>
            </a:endParaRPr>
          </a:p>
          <a:p>
            <a:pPr marL="862013" indent="-290513">
              <a:lnSpc>
                <a:spcPct val="120000"/>
              </a:lnSpc>
              <a:buFont typeface="Arial" panose="020B0604020202020204" pitchFamily="34" charset="0"/>
              <a:buChar char="•"/>
            </a:pPr>
            <a:r>
              <a:rPr lang="en-US" sz="2200" dirty="0" err="1">
                <a:latin typeface="Arial" panose="020B0604020202020204" pitchFamily="34" charset="0"/>
                <a:cs typeface="Arial" panose="020B0604020202020204" pitchFamily="34" charset="0"/>
              </a:rPr>
              <a:t>Kết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quả</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học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tập</a:t>
            </a:r>
            <a:endParaRPr lang="en-US" sz="2200" dirty="0">
              <a:latin typeface="Arial" panose="020B0604020202020204" pitchFamily="34" charset="0"/>
              <a:cs typeface="Arial" panose="020B0604020202020204" pitchFamily="34" charset="0"/>
            </a:endParaRPr>
          </a:p>
          <a:p>
            <a:pPr marL="342900" indent="-342900">
              <a:lnSpc>
                <a:spcPct val="120000"/>
              </a:lnSpc>
              <a:buFontTx/>
              <a:buChar char="-"/>
            </a:pPr>
            <a:r>
              <a:rPr lang="en-US" sz="2200" dirty="0" err="1">
                <a:latin typeface="Arial" panose="020B0604020202020204" pitchFamily="34" charset="0"/>
                <a:cs typeface="Arial" panose="020B0604020202020204" pitchFamily="34" charset="0"/>
              </a:rPr>
              <a:t>Sinh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viên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nhóm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dễ</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thay</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đổi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thói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quen</a:t>
            </a:r>
            <a:r>
              <a:rPr lang="en-US" sz="2200" dirty="0">
                <a:latin typeface="Arial" panose="020B0604020202020204" pitchFamily="34" charset="0"/>
                <a:cs typeface="Arial" panose="020B0604020202020204" pitchFamily="34" charset="0"/>
              </a:rPr>
              <a:t>.</a:t>
            </a:r>
          </a:p>
          <a:p>
            <a:pPr marL="342900" indent="-342900">
              <a:lnSpc>
                <a:spcPct val="120000"/>
              </a:lnSpc>
              <a:buFontTx/>
              <a:buChar char="-"/>
            </a:pPr>
            <a:r>
              <a:rPr lang="en-US" sz="2200" dirty="0" err="1">
                <a:latin typeface="Arial" panose="020B0604020202020204" pitchFamily="34" charset="0"/>
                <a:cs typeface="Arial" panose="020B0604020202020204" pitchFamily="34" charset="0"/>
              </a:rPr>
              <a:t>Dữ</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liệu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hành</a:t>
            </a:r>
            <a:r>
              <a:rPr lang="en-US" sz="2200" dirty="0">
                <a:latin typeface="Arial" panose="020B0604020202020204" pitchFamily="34" charset="0"/>
                <a:cs typeface="Arial" panose="020B0604020202020204" pitchFamily="34" charset="0"/>
              </a:rPr>
              <a:t> vi → </a:t>
            </a:r>
            <a:r>
              <a:rPr lang="en-US" sz="2200" dirty="0" err="1">
                <a:latin typeface="Arial" panose="020B0604020202020204" pitchFamily="34" charset="0"/>
                <a:cs typeface="Arial" panose="020B0604020202020204" pitchFamily="34" charset="0"/>
              </a:rPr>
              <a:t>phù</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hợp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phân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tích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khám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phá</a:t>
            </a:r>
            <a:r>
              <a:rPr lang="en-US" sz="2200" dirty="0">
                <a:latin typeface="Arial" panose="020B0604020202020204" pitchFamily="34" charset="0"/>
                <a:cs typeface="Arial" panose="020B0604020202020204" pitchFamily="34" charset="0"/>
              </a:rPr>
              <a:t> (EDA).</a:t>
            </a:r>
          </a:p>
          <a:p>
            <a:pPr marL="342900" indent="-342900">
              <a:lnSpc>
                <a:spcPct val="120000"/>
              </a:lnSpc>
              <a:buFontTx/>
              <a:buChar char="-"/>
            </a:pPr>
            <a:r>
              <a:rPr lang="en-US" sz="2200" dirty="0" err="1">
                <a:latin typeface="Arial" panose="020B0604020202020204" pitchFamily="34" charset="0"/>
                <a:cs typeface="Arial" panose="020B0604020202020204" pitchFamily="34" charset="0"/>
              </a:rPr>
              <a:t>Nghiên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cứu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không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nhằm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kết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luận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nhân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quả</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tập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trung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hiểu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dữ</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liệu</a:t>
            </a:r>
            <a:r>
              <a:rPr lang="en-US" sz="2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659870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Close up of a salad">
            <a:extLst>
              <a:ext uri="{FF2B5EF4-FFF2-40B4-BE49-F238E27FC236}">
                <a16:creationId xmlns:a16="http://schemas.microsoft.com/office/drawing/2014/main" id="{3296FA11-B529-A1CB-8978-761397810A6F}"/>
              </a:ext>
            </a:extLst>
          </p:cNvPr>
          <p:cNvPicPr>
            <a:picLocks noGrp="1" noChangeAspect="1"/>
          </p:cNvPicPr>
          <p:nvPr>
            <p:ph type="pic" sz="quarter" idx="10"/>
          </p:nvPr>
        </p:nvPicPr>
        <p:blipFill>
          <a:blip r:embed="rId2"/>
          <a:srcRect t="20" b="20"/>
          <a:stretch/>
        </p:blipFill>
        <p:spPr>
          <a:xfrm>
            <a:off x="0" y="0"/>
            <a:ext cx="3971109" cy="6858000"/>
          </a:xfrm>
        </p:spPr>
      </p:pic>
      <p:sp>
        <p:nvSpPr>
          <p:cNvPr id="31" name="Title 1">
            <a:extLst>
              <a:ext uri="{FF2B5EF4-FFF2-40B4-BE49-F238E27FC236}">
                <a16:creationId xmlns:a16="http://schemas.microsoft.com/office/drawing/2014/main" id="{D69C9C21-3AD7-E3B7-B930-879AC8817029}"/>
              </a:ext>
            </a:extLst>
          </p:cNvPr>
          <p:cNvSpPr>
            <a:spLocks noGrp="1"/>
          </p:cNvSpPr>
          <p:nvPr>
            <p:ph type="title"/>
          </p:nvPr>
        </p:nvSpPr>
        <p:spPr>
          <a:xfrm>
            <a:off x="4671340" y="936271"/>
            <a:ext cx="6858000" cy="488374"/>
          </a:xfrm>
        </p:spPr>
        <p:txBody>
          <a:bodyPr/>
          <a:lstStyle/>
          <a:p>
            <a:r>
              <a:rPr lang="en-US" sz="2400" b="1" i="0" dirty="0" err="1">
                <a:latin typeface="Arial" panose="020B0604020202020204" pitchFamily="34" charset="0"/>
                <a:cs typeface="Arial" panose="020B0604020202020204" pitchFamily="34" charset="0"/>
              </a:rPr>
              <a:t>Mục</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tiêu</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phân</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tích</a:t>
            </a:r>
            <a:endParaRPr lang="en-US" sz="2400" b="1" i="0"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8DBBB8CB-0B1E-1F56-2491-8BE304008A2A}"/>
              </a:ext>
            </a:extLst>
          </p:cNvPr>
          <p:cNvSpPr txBox="1"/>
          <p:nvPr/>
        </p:nvSpPr>
        <p:spPr>
          <a:xfrm>
            <a:off x="4817169" y="1654327"/>
            <a:ext cx="6566343" cy="1273747"/>
          </a:xfrm>
          <a:prstGeom prst="rect">
            <a:avLst/>
          </a:prstGeom>
          <a:noFill/>
        </p:spPr>
        <p:txBody>
          <a:bodyPr wrap="square">
            <a:spAutoFit/>
          </a:bodyPr>
          <a:lstStyle/>
          <a:p>
            <a:pPr marL="342900" indent="-342900">
              <a:lnSpc>
                <a:spcPct val="120000"/>
              </a:lnSpc>
              <a:buFont typeface="Arial" panose="020B0604020202020204" pitchFamily="34" charset="0"/>
              <a:buChar char="•"/>
            </a:pPr>
            <a:r>
              <a:rPr lang="en-US" sz="2200" dirty="0" err="1">
                <a:latin typeface="Arial" panose="020B0604020202020204" pitchFamily="34" charset="0"/>
                <a:cs typeface="Arial" panose="020B0604020202020204" pitchFamily="34" charset="0"/>
              </a:rPr>
              <a:t>Khám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phá</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hành</a:t>
            </a:r>
            <a:r>
              <a:rPr lang="en-US" sz="2200" dirty="0">
                <a:latin typeface="Arial" panose="020B0604020202020204" pitchFamily="34" charset="0"/>
                <a:cs typeface="Arial" panose="020B0604020202020204" pitchFamily="34" charset="0"/>
              </a:rPr>
              <a:t> vi </a:t>
            </a:r>
            <a:r>
              <a:rPr lang="en-US" sz="2200" dirty="0" err="1">
                <a:latin typeface="Arial" panose="020B0604020202020204" pitchFamily="34" charset="0"/>
                <a:cs typeface="Arial" panose="020B0604020202020204" pitchFamily="34" charset="0"/>
              </a:rPr>
              <a:t>ăn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uống</a:t>
            </a:r>
            <a:r>
              <a:rPr lang="en-US" sz="2200" dirty="0">
                <a:latin typeface="Arial" panose="020B0604020202020204" pitchFamily="34" charset="0"/>
                <a:cs typeface="Arial" panose="020B0604020202020204" pitchFamily="34" charset="0"/>
              </a:rPr>
              <a:t> &amp; </a:t>
            </a:r>
            <a:r>
              <a:rPr lang="en-US" sz="2200" dirty="0" err="1">
                <a:latin typeface="Arial" panose="020B0604020202020204" pitchFamily="34" charset="0"/>
                <a:cs typeface="Arial" panose="020B0604020202020204" pitchFamily="34" charset="0"/>
              </a:rPr>
              <a:t>lối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sống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sinh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viên</a:t>
            </a:r>
            <a:r>
              <a:rPr lang="en-US" sz="2200" dirty="0">
                <a:latin typeface="Arial" panose="020B0604020202020204" pitchFamily="34" charset="0"/>
                <a:cs typeface="Arial" panose="020B0604020202020204" pitchFamily="34" charset="0"/>
              </a:rPr>
              <a:t>.</a:t>
            </a:r>
          </a:p>
          <a:p>
            <a:pPr marL="342900" indent="-342900">
              <a:lnSpc>
                <a:spcPct val="120000"/>
              </a:lnSpc>
              <a:buFont typeface="Arial" panose="020B0604020202020204" pitchFamily="34" charset="0"/>
              <a:buChar char="•"/>
            </a:pPr>
            <a:r>
              <a:rPr lang="en-US" sz="2200" dirty="0" err="1">
                <a:latin typeface="Arial" panose="020B0604020202020204" pitchFamily="34" charset="0"/>
                <a:cs typeface="Arial" panose="020B0604020202020204" pitchFamily="34" charset="0"/>
              </a:rPr>
              <a:t>Phân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tích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mối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liên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hệ</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với</a:t>
            </a:r>
            <a:r>
              <a:rPr lang="en-US" sz="2200" dirty="0">
                <a:latin typeface="Arial" panose="020B0604020202020204" pitchFamily="34" charset="0"/>
                <a:cs typeface="Arial" panose="020B0604020202020204" pitchFamily="34" charset="0"/>
              </a:rPr>
              <a:t> GPA &amp; </a:t>
            </a:r>
            <a:r>
              <a:rPr lang="en-US" sz="2200" dirty="0" err="1">
                <a:latin typeface="Arial" panose="020B0604020202020204" pitchFamily="34" charset="0"/>
                <a:cs typeface="Arial" panose="020B0604020202020204" pitchFamily="34" charset="0"/>
              </a:rPr>
              <a:t>sức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khỏe</a:t>
            </a:r>
            <a:r>
              <a:rPr lang="en-US" sz="2200" dirty="0">
                <a:latin typeface="Arial" panose="020B0604020202020204" pitchFamily="34" charset="0"/>
                <a:cs typeface="Arial" panose="020B0604020202020204" pitchFamily="34" charset="0"/>
              </a:rPr>
              <a:t>.</a:t>
            </a:r>
          </a:p>
          <a:p>
            <a:pPr marL="342900" indent="-342900">
              <a:lnSpc>
                <a:spcPct val="120000"/>
              </a:lnSpc>
              <a:buFont typeface="Arial" panose="020B0604020202020204" pitchFamily="34" charset="0"/>
              <a:buChar char="•"/>
            </a:pPr>
            <a:r>
              <a:rPr lang="en-US" sz="2200" dirty="0" err="1">
                <a:latin typeface="Arial" panose="020B0604020202020204" pitchFamily="34" charset="0"/>
                <a:cs typeface="Arial" panose="020B0604020202020204" pitchFamily="34" charset="0"/>
              </a:rPr>
              <a:t>Ứng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dụng</a:t>
            </a:r>
            <a:r>
              <a:rPr lang="en-US" sz="2200" dirty="0">
                <a:latin typeface="Arial" panose="020B0604020202020204" pitchFamily="34" charset="0"/>
                <a:cs typeface="Arial" panose="020B0604020202020204" pitchFamily="34" charset="0"/>
              </a:rPr>
              <a:t> EDA &amp; </a:t>
            </a:r>
            <a:r>
              <a:rPr lang="en-US" sz="2200" dirty="0" err="1">
                <a:latin typeface="Arial" panose="020B0604020202020204" pitchFamily="34" charset="0"/>
                <a:cs typeface="Arial" panose="020B0604020202020204" pitchFamily="34" charset="0"/>
              </a:rPr>
              <a:t>trực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quan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hóa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dữ</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liệu</a:t>
            </a:r>
            <a:r>
              <a:rPr lang="en-US" sz="2200" dirty="0">
                <a:latin typeface="Arial" panose="020B0604020202020204" pitchFamily="34" charset="0"/>
                <a:cs typeface="Arial" panose="020B0604020202020204" pitchFamily="34" charset="0"/>
              </a:rPr>
              <a:t>.</a:t>
            </a:r>
          </a:p>
        </p:txBody>
      </p:sp>
      <p:sp>
        <p:nvSpPr>
          <p:cNvPr id="34" name="Title 1">
            <a:extLst>
              <a:ext uri="{FF2B5EF4-FFF2-40B4-BE49-F238E27FC236}">
                <a16:creationId xmlns:a16="http://schemas.microsoft.com/office/drawing/2014/main" id="{B5A5B15A-CCDC-6CE7-F3DD-7799E380F078}"/>
              </a:ext>
            </a:extLst>
          </p:cNvPr>
          <p:cNvSpPr txBox="1">
            <a:spLocks/>
          </p:cNvSpPr>
          <p:nvPr/>
        </p:nvSpPr>
        <p:spPr>
          <a:xfrm>
            <a:off x="4671340" y="3387439"/>
            <a:ext cx="6858000" cy="488374"/>
          </a:xfrm>
          <a:prstGeom prst="rect">
            <a:avLst/>
          </a:prstGeom>
        </p:spPr>
        <p:txBody>
          <a:bodyPr vert="horz" lIns="91440" tIns="0" rIns="91440" bIns="0" rtlCol="0" anchor="t" anchorCtr="0">
            <a:noAutofit/>
          </a:bodyPr>
          <a:lstStyle>
            <a:lvl1pPr algn="l" defTabSz="914400" rtl="0" eaLnBrk="1" latinLnBrk="0" hangingPunct="1">
              <a:lnSpc>
                <a:spcPct val="90000"/>
              </a:lnSpc>
              <a:spcBef>
                <a:spcPct val="0"/>
              </a:spcBef>
              <a:buNone/>
              <a:defRPr sz="3800" b="0" i="1" kern="1200" spc="100" baseline="0">
                <a:solidFill>
                  <a:schemeClr val="tx1">
                    <a:lumMod val="85000"/>
                    <a:lumOff val="15000"/>
                  </a:schemeClr>
                </a:solidFill>
                <a:latin typeface="+mj-lt"/>
                <a:ea typeface="+mj-ea"/>
                <a:cs typeface="+mj-cs"/>
              </a:defRPr>
            </a:lvl1pPr>
          </a:lstStyle>
          <a:p>
            <a:r>
              <a:rPr lang="en-US" sz="2400" b="1" i="0" dirty="0" err="1">
                <a:latin typeface="Arial" panose="020B0604020202020204" pitchFamily="34" charset="0"/>
                <a:cs typeface="Arial" panose="020B0604020202020204" pitchFamily="34" charset="0"/>
              </a:rPr>
              <a:t>Nguồn</a:t>
            </a:r>
            <a:r>
              <a:rPr lang="en-US" sz="2400" b="1" i="0" dirty="0">
                <a:latin typeface="Arial" panose="020B0604020202020204" pitchFamily="34" charset="0"/>
                <a:cs typeface="Arial" panose="020B0604020202020204" pitchFamily="34" charset="0"/>
              </a:rPr>
              <a:t> &amp; </a:t>
            </a:r>
            <a:r>
              <a:rPr lang="en-US" sz="2400" b="1" i="0" dirty="0" err="1">
                <a:latin typeface="Arial" panose="020B0604020202020204" pitchFamily="34" charset="0"/>
                <a:cs typeface="Arial" panose="020B0604020202020204" pitchFamily="34" charset="0"/>
              </a:rPr>
              <a:t>quy</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mô</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dữ</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liệu</a:t>
            </a:r>
            <a:endParaRPr lang="en-US" sz="2400" b="1" i="0" dirty="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8951A514-1013-2B19-16DE-BD5C5BBB671A}"/>
              </a:ext>
            </a:extLst>
          </p:cNvPr>
          <p:cNvSpPr txBox="1"/>
          <p:nvPr/>
        </p:nvSpPr>
        <p:spPr>
          <a:xfrm>
            <a:off x="4817169" y="4082035"/>
            <a:ext cx="6566343" cy="1680012"/>
          </a:xfrm>
          <a:prstGeom prst="rect">
            <a:avLst/>
          </a:prstGeom>
          <a:noFill/>
        </p:spPr>
        <p:txBody>
          <a:bodyPr wrap="square">
            <a:spAutoFit/>
          </a:bodyPr>
          <a:lstStyle/>
          <a:p>
            <a:pPr marL="342900" indent="-342900">
              <a:lnSpc>
                <a:spcPct val="120000"/>
              </a:lnSpc>
              <a:buFont typeface="Arial" panose="020B0604020202020204" pitchFamily="34" charset="0"/>
              <a:buChar char="•"/>
            </a:pPr>
            <a:r>
              <a:rPr lang="en-US" sz="2200" dirty="0" err="1">
                <a:latin typeface="Arial" panose="020B0604020202020204" pitchFamily="34" charset="0"/>
                <a:cs typeface="Arial" panose="020B0604020202020204" pitchFamily="34" charset="0"/>
              </a:rPr>
              <a:t>Nguồn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Khảo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sát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sinh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viên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đại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học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từ</a:t>
            </a:r>
            <a:r>
              <a:rPr lang="en-US" sz="2200" dirty="0">
                <a:latin typeface="Arial" panose="020B0604020202020204" pitchFamily="34" charset="0"/>
                <a:cs typeface="Arial" panose="020B0604020202020204" pitchFamily="34" charset="0"/>
              </a:rPr>
              <a:t> Kaggle</a:t>
            </a:r>
          </a:p>
          <a:p>
            <a:pPr marL="342900" indent="-342900">
              <a:lnSpc>
                <a:spcPct val="120000"/>
              </a:lnSpc>
              <a:buFont typeface="Arial" panose="020B0604020202020204" pitchFamily="34" charset="0"/>
              <a:buChar char="•"/>
            </a:pPr>
            <a:r>
              <a:rPr lang="en-US" sz="2200" dirty="0" err="1">
                <a:latin typeface="Arial" panose="020B0604020202020204" pitchFamily="34" charset="0"/>
                <a:cs typeface="Arial" panose="020B0604020202020204" pitchFamily="34" charset="0"/>
              </a:rPr>
              <a:t>Số</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phản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hồi</a:t>
            </a:r>
            <a:r>
              <a:rPr lang="en-US" sz="2200" dirty="0">
                <a:latin typeface="Arial" panose="020B0604020202020204" pitchFamily="34" charset="0"/>
                <a:cs typeface="Arial" panose="020B0604020202020204" pitchFamily="34" charset="0"/>
              </a:rPr>
              <a:t> ban </a:t>
            </a:r>
            <a:r>
              <a:rPr lang="en-US" sz="2200" dirty="0" err="1">
                <a:latin typeface="Arial" panose="020B0604020202020204" pitchFamily="34" charset="0"/>
                <a:cs typeface="Arial" panose="020B0604020202020204" pitchFamily="34" charset="0"/>
              </a:rPr>
              <a:t>đầu</a:t>
            </a:r>
            <a:r>
              <a:rPr lang="en-US" sz="2200" dirty="0">
                <a:latin typeface="Arial" panose="020B0604020202020204" pitchFamily="34" charset="0"/>
                <a:cs typeface="Arial" panose="020B0604020202020204" pitchFamily="34" charset="0"/>
              </a:rPr>
              <a:t>: 126</a:t>
            </a:r>
          </a:p>
          <a:p>
            <a:pPr marL="342900" indent="-342900">
              <a:lnSpc>
                <a:spcPct val="120000"/>
              </a:lnSpc>
              <a:buFont typeface="Arial" panose="020B0604020202020204" pitchFamily="34" charset="0"/>
              <a:buChar char="•"/>
            </a:pPr>
            <a:r>
              <a:rPr lang="en-US" sz="2200" dirty="0">
                <a:latin typeface="Arial" panose="020B0604020202020204" pitchFamily="34" charset="0"/>
                <a:cs typeface="Arial" panose="020B0604020202020204" pitchFamily="34" charset="0"/>
              </a:rPr>
              <a:t>Sau </a:t>
            </a:r>
            <a:r>
              <a:rPr lang="en-US" sz="2200" dirty="0" err="1">
                <a:latin typeface="Arial" panose="020B0604020202020204" pitchFamily="34" charset="0"/>
                <a:cs typeface="Arial" panose="020B0604020202020204" pitchFamily="34" charset="0"/>
              </a:rPr>
              <a:t>tiền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xử</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lý</a:t>
            </a:r>
            <a:r>
              <a:rPr lang="en-US" sz="2200" dirty="0">
                <a:latin typeface="Arial" panose="020B0604020202020204" pitchFamily="34" charset="0"/>
                <a:cs typeface="Arial" panose="020B0604020202020204" pitchFamily="34" charset="0"/>
              </a:rPr>
              <a:t>: 119 </a:t>
            </a:r>
            <a:r>
              <a:rPr lang="en-US" sz="2200" dirty="0" err="1">
                <a:latin typeface="Arial" panose="020B0604020202020204" pitchFamily="34" charset="0"/>
                <a:cs typeface="Arial" panose="020B0604020202020204" pitchFamily="34" charset="0"/>
              </a:rPr>
              <a:t>quan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sát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hợp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lệ</a:t>
            </a:r>
            <a:endParaRPr lang="en-US" sz="2200" dirty="0">
              <a:latin typeface="Arial" panose="020B0604020202020204" pitchFamily="34" charset="0"/>
              <a:cs typeface="Arial" panose="020B0604020202020204" pitchFamily="34" charset="0"/>
            </a:endParaRPr>
          </a:p>
          <a:p>
            <a:pPr marL="342900" indent="-342900">
              <a:lnSpc>
                <a:spcPct val="120000"/>
              </a:lnSpc>
              <a:buFont typeface="Arial" panose="020B0604020202020204" pitchFamily="34" charset="0"/>
              <a:buChar char="•"/>
            </a:pPr>
            <a:r>
              <a:rPr lang="en-US" sz="2200" dirty="0" err="1">
                <a:latin typeface="Arial" panose="020B0604020202020204" pitchFamily="34" charset="0"/>
                <a:cs typeface="Arial" panose="020B0604020202020204" pitchFamily="34" charset="0"/>
              </a:rPr>
              <a:t>Dữ</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liệu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công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khai</a:t>
            </a:r>
            <a:r>
              <a:rPr lang="en-US" sz="2200" dirty="0">
                <a:latin typeface="Arial" panose="020B0604020202020204" pitchFamily="34" charset="0"/>
                <a:cs typeface="Arial" panose="020B0604020202020204" pitchFamily="34" charset="0"/>
              </a:rPr>
              <a:t> (Google Sheets)</a:t>
            </a:r>
          </a:p>
        </p:txBody>
      </p:sp>
    </p:spTree>
    <p:extLst>
      <p:ext uri="{BB962C8B-B14F-4D97-AF65-F5344CB8AC3E}">
        <p14:creationId xmlns:p14="http://schemas.microsoft.com/office/powerpoint/2010/main" val="3404303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7" descr="A bowl of cereal with fruit and yogurt">
            <a:extLst>
              <a:ext uri="{FF2B5EF4-FFF2-40B4-BE49-F238E27FC236}">
                <a16:creationId xmlns:a16="http://schemas.microsoft.com/office/drawing/2014/main" id="{D04A7C83-774E-ADE6-31AA-23B1E96BD968}"/>
              </a:ext>
            </a:extLst>
          </p:cNvPr>
          <p:cNvPicPr>
            <a:picLocks noGrp="1" noChangeAspect="1"/>
          </p:cNvPicPr>
          <p:nvPr>
            <p:ph type="pic" sz="quarter" idx="10"/>
          </p:nvPr>
        </p:nvPicPr>
        <p:blipFill>
          <a:blip r:embed="rId2"/>
          <a:srcRect t="14" b="14"/>
          <a:stretch/>
        </p:blipFill>
        <p:spPr>
          <a:xfrm>
            <a:off x="0" y="1828800"/>
            <a:ext cx="5669280" cy="5029200"/>
          </a:xfrm>
        </p:spPr>
      </p:pic>
      <p:sp>
        <p:nvSpPr>
          <p:cNvPr id="52" name="Title 1">
            <a:extLst>
              <a:ext uri="{FF2B5EF4-FFF2-40B4-BE49-F238E27FC236}">
                <a16:creationId xmlns:a16="http://schemas.microsoft.com/office/drawing/2014/main" id="{A1278972-457A-46BC-BEC3-9DA9B6F7EA05}"/>
              </a:ext>
            </a:extLst>
          </p:cNvPr>
          <p:cNvSpPr>
            <a:spLocks noGrp="1"/>
          </p:cNvSpPr>
          <p:nvPr>
            <p:ph type="title"/>
          </p:nvPr>
        </p:nvSpPr>
        <p:spPr>
          <a:xfrm>
            <a:off x="6198804" y="925881"/>
            <a:ext cx="3911551" cy="488374"/>
          </a:xfrm>
        </p:spPr>
        <p:txBody>
          <a:bodyPr/>
          <a:lstStyle/>
          <a:p>
            <a:r>
              <a:rPr lang="en-US" sz="2400" b="1" i="0" dirty="0" err="1">
                <a:latin typeface="Arial" panose="020B0604020202020204" pitchFamily="34" charset="0"/>
                <a:cs typeface="Arial" panose="020B0604020202020204" pitchFamily="34" charset="0"/>
              </a:rPr>
              <a:t>Cấu</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trúc</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bộ</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dữ</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liệu</a:t>
            </a:r>
            <a:endParaRPr lang="en-US" sz="2400" b="1" i="0" dirty="0">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C1300F56-6CFF-C9B6-059C-9636F9145D6D}"/>
              </a:ext>
            </a:extLst>
          </p:cNvPr>
          <p:cNvSpPr txBox="1"/>
          <p:nvPr/>
        </p:nvSpPr>
        <p:spPr>
          <a:xfrm>
            <a:off x="6522722" y="1608998"/>
            <a:ext cx="5096114" cy="3305072"/>
          </a:xfrm>
          <a:prstGeom prst="rect">
            <a:avLst/>
          </a:prstGeom>
          <a:noFill/>
        </p:spPr>
        <p:txBody>
          <a:bodyPr wrap="square">
            <a:spAutoFit/>
          </a:bodyPr>
          <a:lstStyle/>
          <a:p>
            <a:pPr>
              <a:lnSpc>
                <a:spcPct val="120000"/>
              </a:lnSpc>
            </a:pPr>
            <a:r>
              <a:rPr lang="vi-VN" sz="2200" dirty="0">
                <a:latin typeface="Arial" panose="020B0604020202020204" pitchFamily="34" charset="0"/>
                <a:cs typeface="Arial" panose="020B0604020202020204" pitchFamily="34" charset="0"/>
              </a:rPr>
              <a:t>Các nhóm biến chính:</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Thông tin cá nhân (GPA, Gender, Income…)</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Thói quen ăn uống</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Sở thích thực phẩm</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Nhận thức &amp; hành vi sức khỏe</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Lượng calo tiêu thụ</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Yếu tố tâm lý – cảm xúc</a:t>
            </a:r>
            <a:endParaRPr lang="en-US" sz="22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D8C508B3-9B7B-890E-8C85-FDAB9E24E559}"/>
              </a:ext>
            </a:extLst>
          </p:cNvPr>
          <p:cNvSpPr txBox="1"/>
          <p:nvPr/>
        </p:nvSpPr>
        <p:spPr>
          <a:xfrm>
            <a:off x="6390793" y="5036077"/>
            <a:ext cx="5359971" cy="769441"/>
          </a:xfrm>
          <a:prstGeom prst="rect">
            <a:avLst/>
          </a:prstGeom>
          <a:noFill/>
        </p:spPr>
        <p:txBody>
          <a:bodyPr wrap="square">
            <a:spAutoFit/>
          </a:bodyPr>
          <a:lstStyle/>
          <a:p>
            <a:r>
              <a:rPr lang="en-US" sz="2200" dirty="0">
                <a:latin typeface="Arial" panose="020B0604020202020204" pitchFamily="34" charset="0"/>
                <a:cs typeface="Arial" panose="020B0604020202020204" pitchFamily="34" charset="0"/>
              </a:rPr>
              <a:t>=&gt; </a:t>
            </a:r>
            <a:r>
              <a:rPr lang="en-US" sz="2200" dirty="0" err="1">
                <a:latin typeface="Arial" panose="020B0604020202020204" pitchFamily="34" charset="0"/>
                <a:cs typeface="Arial" panose="020B0604020202020204" pitchFamily="34" charset="0"/>
              </a:rPr>
              <a:t>Đây</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bộ</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dữ</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liệu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chiều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rất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phù</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hợp</a:t>
            </a:r>
            <a:r>
              <a:rPr lang="en-US" sz="2200" dirty="0">
                <a:latin typeface="Arial" panose="020B0604020202020204" pitchFamily="34" charset="0"/>
                <a:cs typeface="Arial" panose="020B0604020202020204" pitchFamily="34" charset="0"/>
              </a:rPr>
              <a:t> EDA.</a:t>
            </a:r>
          </a:p>
        </p:txBody>
      </p:sp>
    </p:spTree>
    <p:extLst>
      <p:ext uri="{BB962C8B-B14F-4D97-AF65-F5344CB8AC3E}">
        <p14:creationId xmlns:p14="http://schemas.microsoft.com/office/powerpoint/2010/main" val="2600927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Close up of food on a plate">
            <a:extLst>
              <a:ext uri="{FF2B5EF4-FFF2-40B4-BE49-F238E27FC236}">
                <a16:creationId xmlns:a16="http://schemas.microsoft.com/office/drawing/2014/main" id="{AC0C6926-B045-2954-BDAB-87B0CB47713B}"/>
              </a:ext>
            </a:extLst>
          </p:cNvPr>
          <p:cNvPicPr>
            <a:picLocks noGrp="1" noChangeAspect="1"/>
          </p:cNvPicPr>
          <p:nvPr>
            <p:ph type="pic" sz="quarter" idx="10"/>
          </p:nvPr>
        </p:nvPicPr>
        <p:blipFill>
          <a:blip r:embed="rId2"/>
          <a:srcRect t="20" b="20"/>
          <a:stretch/>
        </p:blipFill>
        <p:spPr>
          <a:xfrm>
            <a:off x="0" y="0"/>
            <a:ext cx="3971109" cy="6858000"/>
          </a:xfrm>
        </p:spPr>
      </p:pic>
      <p:sp>
        <p:nvSpPr>
          <p:cNvPr id="31" name="Title 1">
            <a:extLst>
              <a:ext uri="{FF2B5EF4-FFF2-40B4-BE49-F238E27FC236}">
                <a16:creationId xmlns:a16="http://schemas.microsoft.com/office/drawing/2014/main" id="{B1018E0B-A456-7E5B-CBF3-05036AFA6D1B}"/>
              </a:ext>
            </a:extLst>
          </p:cNvPr>
          <p:cNvSpPr>
            <a:spLocks noGrp="1"/>
          </p:cNvSpPr>
          <p:nvPr>
            <p:ph type="title"/>
          </p:nvPr>
        </p:nvSpPr>
        <p:spPr>
          <a:xfrm>
            <a:off x="4505085" y="842754"/>
            <a:ext cx="5033769" cy="488374"/>
          </a:xfrm>
        </p:spPr>
        <p:txBody>
          <a:bodyPr/>
          <a:lstStyle/>
          <a:p>
            <a:r>
              <a:rPr lang="en-US" sz="2400" b="1" i="0" dirty="0" err="1">
                <a:latin typeface="Arial" panose="020B0604020202020204" pitchFamily="34" charset="0"/>
                <a:cs typeface="Arial" panose="020B0604020202020204" pitchFamily="34" charset="0"/>
              </a:rPr>
              <a:t>Phương</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pháp</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nghiên</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cứu</a:t>
            </a:r>
            <a:endParaRPr lang="en-US" sz="2400" b="1" i="0"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9875AB1E-7294-D215-EBDD-63C27FE6701F}"/>
              </a:ext>
            </a:extLst>
          </p:cNvPr>
          <p:cNvSpPr txBox="1"/>
          <p:nvPr/>
        </p:nvSpPr>
        <p:spPr>
          <a:xfrm>
            <a:off x="4972677" y="1573331"/>
            <a:ext cx="5096114" cy="3711337"/>
          </a:xfrm>
          <a:prstGeom prst="rect">
            <a:avLst/>
          </a:prstGeom>
          <a:noFill/>
        </p:spPr>
        <p:txBody>
          <a:bodyPr wrap="square">
            <a:spAutoFit/>
          </a:bodyPr>
          <a:lstStyle/>
          <a:p>
            <a:pPr>
              <a:lnSpc>
                <a:spcPct val="120000"/>
              </a:lnSpc>
            </a:pPr>
            <a:r>
              <a:rPr lang="vi-VN" sz="2200" dirty="0">
                <a:latin typeface="Arial" panose="020B0604020202020204" pitchFamily="34" charset="0"/>
                <a:cs typeface="Arial" panose="020B0604020202020204" pitchFamily="34" charset="0"/>
              </a:rPr>
              <a:t>Phương pháp:</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Exploratory Data Analysis (EDA)</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Thống kê mô tả</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Trực quan hóa dữ liệu</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Thử nghiệm hồi quy tuyến tính</a:t>
            </a:r>
          </a:p>
          <a:p>
            <a:pPr>
              <a:lnSpc>
                <a:spcPct val="120000"/>
              </a:lnSpc>
            </a:pPr>
            <a:r>
              <a:rPr lang="vi-VN" sz="2200" dirty="0">
                <a:latin typeface="Arial" panose="020B0604020202020204" pitchFamily="34" charset="0"/>
                <a:cs typeface="Arial" panose="020B0604020202020204" pitchFamily="34" charset="0"/>
              </a:rPr>
              <a:t>Công cụ:</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Python, Pandas</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Matplotlib, Seaborn</a:t>
            </a:r>
          </a:p>
          <a:p>
            <a:pPr marL="342900" indent="-342900">
              <a:lnSpc>
                <a:spcPct val="120000"/>
              </a:lnSpc>
              <a:buFont typeface="Arial" panose="020B0604020202020204" pitchFamily="34" charset="0"/>
              <a:buChar char="•"/>
            </a:pPr>
            <a:r>
              <a:rPr lang="vi-VN" sz="2200" dirty="0">
                <a:latin typeface="Arial" panose="020B0604020202020204" pitchFamily="34" charset="0"/>
                <a:cs typeface="Arial" panose="020B0604020202020204" pitchFamily="34" charset="0"/>
              </a:rPr>
              <a:t>Google Colab</a:t>
            </a: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9645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A person sprinkling flour on a dough">
            <a:extLst>
              <a:ext uri="{FF2B5EF4-FFF2-40B4-BE49-F238E27FC236}">
                <a16:creationId xmlns:a16="http://schemas.microsoft.com/office/drawing/2014/main" id="{A54E0AEB-D144-71F1-0307-E315EB45D6A3}"/>
              </a:ext>
            </a:extLst>
          </p:cNvPr>
          <p:cNvPicPr>
            <a:picLocks noGrp="1" noChangeAspect="1"/>
          </p:cNvPicPr>
          <p:nvPr>
            <p:ph type="pic" sz="quarter" idx="11"/>
          </p:nvPr>
        </p:nvPicPr>
        <p:blipFill>
          <a:blip r:embed="rId2"/>
          <a:srcRect l="40" r="40"/>
          <a:stretch/>
        </p:blipFill>
        <p:spPr>
          <a:xfrm>
            <a:off x="0" y="0"/>
            <a:ext cx="3968496" cy="6858000"/>
          </a:xfrm>
        </p:spPr>
      </p:pic>
      <p:sp>
        <p:nvSpPr>
          <p:cNvPr id="8" name="Title 1">
            <a:extLst>
              <a:ext uri="{FF2B5EF4-FFF2-40B4-BE49-F238E27FC236}">
                <a16:creationId xmlns:a16="http://schemas.microsoft.com/office/drawing/2014/main" id="{82EEAFF4-B567-B984-2643-48273F87079B}"/>
              </a:ext>
            </a:extLst>
          </p:cNvPr>
          <p:cNvSpPr>
            <a:spLocks noGrp="1"/>
          </p:cNvSpPr>
          <p:nvPr>
            <p:ph type="title"/>
          </p:nvPr>
        </p:nvSpPr>
        <p:spPr>
          <a:xfrm>
            <a:off x="4484303" y="582981"/>
            <a:ext cx="5033769" cy="488374"/>
          </a:xfrm>
        </p:spPr>
        <p:txBody>
          <a:bodyPr/>
          <a:lstStyle/>
          <a:p>
            <a:r>
              <a:rPr lang="en-US" sz="2400" b="1" i="0" dirty="0" err="1">
                <a:latin typeface="Arial" panose="020B0604020202020204" pitchFamily="34" charset="0"/>
                <a:cs typeface="Arial" panose="020B0604020202020204" pitchFamily="34" charset="0"/>
              </a:rPr>
              <a:t>Phân</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bố</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giới</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tính</a:t>
            </a:r>
            <a:endParaRPr lang="en-US" sz="2400" b="1" i="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B087061-1D2C-BA5D-2C5A-93BB9A938841}"/>
              </a:ext>
            </a:extLst>
          </p:cNvPr>
          <p:cNvPicPr>
            <a:picLocks noChangeAspect="1"/>
          </p:cNvPicPr>
          <p:nvPr/>
        </p:nvPicPr>
        <p:blipFill>
          <a:blip r:embed="rId3"/>
          <a:stretch>
            <a:fillRect/>
          </a:stretch>
        </p:blipFill>
        <p:spPr>
          <a:xfrm>
            <a:off x="4482017" y="1072879"/>
            <a:ext cx="4150542" cy="3727993"/>
          </a:xfrm>
          <a:prstGeom prst="rect">
            <a:avLst/>
          </a:prstGeom>
        </p:spPr>
      </p:pic>
      <p:sp>
        <p:nvSpPr>
          <p:cNvPr id="11" name="TextBox 10">
            <a:extLst>
              <a:ext uri="{FF2B5EF4-FFF2-40B4-BE49-F238E27FC236}">
                <a16:creationId xmlns:a16="http://schemas.microsoft.com/office/drawing/2014/main" id="{64256023-8618-FEEA-2D0A-251692EF6A16}"/>
              </a:ext>
            </a:extLst>
          </p:cNvPr>
          <p:cNvSpPr txBox="1"/>
          <p:nvPr/>
        </p:nvSpPr>
        <p:spPr>
          <a:xfrm>
            <a:off x="7739430" y="4915172"/>
            <a:ext cx="3968496" cy="1273747"/>
          </a:xfrm>
          <a:prstGeom prst="rect">
            <a:avLst/>
          </a:prstGeom>
          <a:noFill/>
        </p:spPr>
        <p:txBody>
          <a:bodyPr wrap="square">
            <a:spAutoFit/>
          </a:bodyPr>
          <a:lstStyle/>
          <a:p>
            <a:pPr>
              <a:lnSpc>
                <a:spcPct val="120000"/>
              </a:lnSpc>
            </a:pPr>
            <a:r>
              <a:rPr lang="vi-VN" sz="2200" dirty="0">
                <a:latin typeface="Arial" panose="020B0604020202020204" pitchFamily="34" charset="0"/>
                <a:cs typeface="Arial" panose="020B0604020202020204" pitchFamily="34" charset="0"/>
              </a:rPr>
              <a:t>Nữ: 61,34%</a:t>
            </a:r>
          </a:p>
          <a:p>
            <a:pPr>
              <a:lnSpc>
                <a:spcPct val="120000"/>
              </a:lnSpc>
            </a:pPr>
            <a:r>
              <a:rPr lang="vi-VN" sz="2200" dirty="0">
                <a:latin typeface="Arial" panose="020B0604020202020204" pitchFamily="34" charset="0"/>
                <a:cs typeface="Arial" panose="020B0604020202020204" pitchFamily="34" charset="0"/>
              </a:rPr>
              <a:t>Nam: 38,66%</a:t>
            </a:r>
          </a:p>
          <a:p>
            <a:pPr>
              <a:lnSpc>
                <a:spcPct val="120000"/>
              </a:lnSpc>
            </a:pPr>
            <a:r>
              <a:rPr lang="vi-VN" sz="2200" dirty="0">
                <a:latin typeface="Arial" panose="020B0604020202020204" pitchFamily="34" charset="0"/>
                <a:cs typeface="Arial" panose="020B0604020202020204" pitchFamily="34" charset="0"/>
              </a:rPr>
              <a:t>Mẫu đủ cân bằng để phân tích</a:t>
            </a: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0940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A1278972-457A-46BC-BEC3-9DA9B6F7EA05}"/>
              </a:ext>
            </a:extLst>
          </p:cNvPr>
          <p:cNvSpPr>
            <a:spLocks noGrp="1"/>
          </p:cNvSpPr>
          <p:nvPr>
            <p:ph type="title"/>
          </p:nvPr>
        </p:nvSpPr>
        <p:spPr>
          <a:xfrm>
            <a:off x="6271540" y="600299"/>
            <a:ext cx="3911551" cy="488374"/>
          </a:xfrm>
        </p:spPr>
        <p:txBody>
          <a:bodyPr/>
          <a:lstStyle/>
          <a:p>
            <a:r>
              <a:rPr lang="en-US" sz="2400" b="1" i="0" dirty="0" err="1">
                <a:latin typeface="Arial" panose="020B0604020202020204" pitchFamily="34" charset="0"/>
                <a:cs typeface="Arial" panose="020B0604020202020204" pitchFamily="34" charset="0"/>
              </a:rPr>
              <a:t>Sở</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thích</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ẩm</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thực</a:t>
            </a:r>
            <a:endParaRPr lang="en-US" sz="2400" b="1" i="0" dirty="0">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C1300F56-6CFF-C9B6-059C-9636F9145D6D}"/>
              </a:ext>
            </a:extLst>
          </p:cNvPr>
          <p:cNvSpPr txBox="1"/>
          <p:nvPr/>
        </p:nvSpPr>
        <p:spPr>
          <a:xfrm>
            <a:off x="428385" y="3552928"/>
            <a:ext cx="5096114" cy="3013069"/>
          </a:xfrm>
          <a:prstGeom prst="rect">
            <a:avLst/>
          </a:prstGeom>
          <a:noFill/>
        </p:spPr>
        <p:txBody>
          <a:bodyPr wrap="square">
            <a:spAutoFit/>
          </a:bodyPr>
          <a:lstStyle/>
          <a:p>
            <a:pPr>
              <a:lnSpc>
                <a:spcPct val="120000"/>
              </a:lnSpc>
            </a:pPr>
            <a:r>
              <a:rPr lang="vi-VN" sz="2000" dirty="0">
                <a:latin typeface="Arial" panose="020B0604020202020204" pitchFamily="34" charset="0"/>
                <a:cs typeface="Arial" panose="020B0604020202020204" pitchFamily="34" charset="0"/>
              </a:rPr>
              <a:t>Lưu ý quan trọng:</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Không đo “có ăn sáng hay không”</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Đo liên tưởng về bữa sáng</a:t>
            </a:r>
          </a:p>
          <a:p>
            <a:pPr>
              <a:lnSpc>
                <a:spcPct val="120000"/>
              </a:lnSpc>
            </a:pPr>
            <a:r>
              <a:rPr lang="vi-VN" sz="2000" dirty="0">
                <a:latin typeface="Arial" panose="020B0604020202020204" pitchFamily="34" charset="0"/>
                <a:cs typeface="Arial" panose="020B0604020202020204" pitchFamily="34" charset="0"/>
              </a:rPr>
              <a:t>Kết quả:</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Đa số chọn ngũ cốc</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Ít chọn bánh rán</a:t>
            </a:r>
          </a:p>
          <a:p>
            <a:pPr>
              <a:lnSpc>
                <a:spcPct val="120000"/>
              </a:lnSpc>
            </a:pPr>
            <a:r>
              <a:rPr lang="en-US" sz="2000" dirty="0">
                <a:latin typeface="Arial" panose="020B0604020202020204" pitchFamily="34" charset="0"/>
                <a:cs typeface="Arial" panose="020B0604020202020204" pitchFamily="34" charset="0"/>
              </a:rPr>
              <a:t>=&gt; </a:t>
            </a:r>
            <a:r>
              <a:rPr lang="vi-VN" sz="2000" dirty="0">
                <a:latin typeface="Arial" panose="020B0604020202020204" pitchFamily="34" charset="0"/>
                <a:cs typeface="Arial" panose="020B0604020202020204" pitchFamily="34" charset="0"/>
              </a:rPr>
              <a:t>Phản ánh nhận thức dinh dưỡng, không phải hành vi thực tế.</a:t>
            </a:r>
            <a:endParaRPr lang="en-US" sz="20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F2985EAC-2C77-7A41-C5B5-650AE40C1229}"/>
              </a:ext>
            </a:extLst>
          </p:cNvPr>
          <p:cNvSpPr txBox="1">
            <a:spLocks/>
          </p:cNvSpPr>
          <p:nvPr/>
        </p:nvSpPr>
        <p:spPr>
          <a:xfrm>
            <a:off x="428385" y="600299"/>
            <a:ext cx="3911551" cy="488374"/>
          </a:xfrm>
          <a:prstGeom prst="rect">
            <a:avLst/>
          </a:prstGeom>
          <a:noFill/>
        </p:spPr>
        <p:txBody>
          <a:bodyPr vert="horz" lIns="91440" tIns="0" rIns="91440" bIns="91440" rtlCol="0" anchor="t" anchorCtr="0">
            <a:noAutofit/>
          </a:bodyPr>
          <a:lstStyle>
            <a:lvl1pPr algn="l" defTabSz="914400" rtl="0" eaLnBrk="1" latinLnBrk="0" hangingPunct="1">
              <a:lnSpc>
                <a:spcPct val="90000"/>
              </a:lnSpc>
              <a:spcBef>
                <a:spcPct val="0"/>
              </a:spcBef>
              <a:buNone/>
              <a:defRPr lang="en-US" sz="3800" b="0" i="1" kern="1200" spc="100" baseline="0">
                <a:solidFill>
                  <a:schemeClr val="tx1">
                    <a:lumMod val="85000"/>
                    <a:lumOff val="15000"/>
                  </a:schemeClr>
                </a:solidFill>
                <a:latin typeface="+mj-lt"/>
                <a:ea typeface="+mn-ea"/>
                <a:cs typeface="+mn-cs"/>
              </a:defRPr>
            </a:lvl1pPr>
          </a:lstStyle>
          <a:p>
            <a:r>
              <a:rPr lang="en-US" sz="2400" b="1" i="0" dirty="0" err="1">
                <a:latin typeface="Arial" panose="020B0604020202020204" pitchFamily="34" charset="0"/>
                <a:cs typeface="Arial" panose="020B0604020202020204" pitchFamily="34" charset="0"/>
              </a:rPr>
              <a:t>Nhận</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thức</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về</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bữa</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sáng</a:t>
            </a:r>
            <a:endParaRPr lang="en-US" sz="2400" b="1" i="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E6457EEA-749B-726B-863A-F1012B3747E3}"/>
              </a:ext>
            </a:extLst>
          </p:cNvPr>
          <p:cNvPicPr>
            <a:picLocks noChangeAspect="1"/>
          </p:cNvPicPr>
          <p:nvPr/>
        </p:nvPicPr>
        <p:blipFill>
          <a:blip r:embed="rId2"/>
          <a:stretch>
            <a:fillRect/>
          </a:stretch>
        </p:blipFill>
        <p:spPr>
          <a:xfrm>
            <a:off x="428385" y="1227217"/>
            <a:ext cx="3766772" cy="2360353"/>
          </a:xfrm>
          <a:prstGeom prst="rect">
            <a:avLst/>
          </a:prstGeom>
        </p:spPr>
      </p:pic>
      <p:pic>
        <p:nvPicPr>
          <p:cNvPr id="8" name="Picture 7">
            <a:extLst>
              <a:ext uri="{FF2B5EF4-FFF2-40B4-BE49-F238E27FC236}">
                <a16:creationId xmlns:a16="http://schemas.microsoft.com/office/drawing/2014/main" id="{F7F80AB5-99F8-DE73-62A8-0D7F7EC53417}"/>
              </a:ext>
            </a:extLst>
          </p:cNvPr>
          <p:cNvPicPr>
            <a:picLocks noChangeAspect="1"/>
          </p:cNvPicPr>
          <p:nvPr/>
        </p:nvPicPr>
        <p:blipFill>
          <a:blip r:embed="rId3"/>
          <a:stretch>
            <a:fillRect/>
          </a:stretch>
        </p:blipFill>
        <p:spPr>
          <a:xfrm>
            <a:off x="6315111" y="1227217"/>
            <a:ext cx="5008971" cy="3285093"/>
          </a:xfrm>
          <a:prstGeom prst="rect">
            <a:avLst/>
          </a:prstGeom>
        </p:spPr>
      </p:pic>
      <p:sp>
        <p:nvSpPr>
          <p:cNvPr id="9" name="TextBox 8">
            <a:extLst>
              <a:ext uri="{FF2B5EF4-FFF2-40B4-BE49-F238E27FC236}">
                <a16:creationId xmlns:a16="http://schemas.microsoft.com/office/drawing/2014/main" id="{6EB17CE0-1EAE-4D2C-6676-0338D1DFFB22}"/>
              </a:ext>
            </a:extLst>
          </p:cNvPr>
          <p:cNvSpPr txBox="1"/>
          <p:nvPr/>
        </p:nvSpPr>
        <p:spPr>
          <a:xfrm>
            <a:off x="6437795" y="4721960"/>
            <a:ext cx="5096114" cy="1535741"/>
          </a:xfrm>
          <a:prstGeom prst="rect">
            <a:avLst/>
          </a:prstGeom>
          <a:noFill/>
        </p:spPr>
        <p:txBody>
          <a:bodyPr wrap="square">
            <a:spAutoFit/>
          </a:bodyPr>
          <a:lstStyle/>
          <a:p>
            <a:pPr>
              <a:lnSpc>
                <a:spcPct val="120000"/>
              </a:lnSpc>
            </a:pPr>
            <a:r>
              <a:rPr lang="vi-VN" sz="2000" dirty="0">
                <a:latin typeface="Arial" panose="020B0604020202020204" pitchFamily="34" charset="0"/>
                <a:cs typeface="Arial" panose="020B0604020202020204" pitchFamily="34" charset="0"/>
              </a:rPr>
              <a:t>Kết quả nổi bật:</a:t>
            </a:r>
          </a:p>
          <a:p>
            <a:pPr>
              <a:lnSpc>
                <a:spcPct val="120000"/>
              </a:lnSpc>
            </a:pPr>
            <a:r>
              <a:rPr lang="vi-VN" sz="2000" dirty="0">
                <a:latin typeface="Arial" panose="020B0604020202020204" pitchFamily="34" charset="0"/>
                <a:cs typeface="Arial" panose="020B0604020202020204" pitchFamily="34" charset="0"/>
              </a:rPr>
              <a:t>Italian: cao nhất (60)</a:t>
            </a:r>
          </a:p>
          <a:p>
            <a:pPr>
              <a:lnSpc>
                <a:spcPct val="120000"/>
              </a:lnSpc>
            </a:pPr>
            <a:r>
              <a:rPr lang="vi-VN" sz="2000" dirty="0">
                <a:latin typeface="Arial" panose="020B0604020202020204" pitchFamily="34" charset="0"/>
                <a:cs typeface="Arial" panose="020B0604020202020204" pitchFamily="34" charset="0"/>
              </a:rPr>
              <a:t>Mexican, American theo sau</a:t>
            </a:r>
          </a:p>
          <a:p>
            <a:pPr>
              <a:lnSpc>
                <a:spcPct val="120000"/>
              </a:lnSpc>
            </a:pPr>
            <a:r>
              <a:rPr lang="vi-VN" sz="2000" dirty="0">
                <a:latin typeface="Arial" panose="020B0604020202020204" pitchFamily="34" charset="0"/>
                <a:cs typeface="Arial" panose="020B0604020202020204" pitchFamily="34" charset="0"/>
              </a:rPr>
              <a:t>Ảnh hưởng rõ của toàn cầu hóa</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8921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B1018E0B-A456-7E5B-CBF3-05036AFA6D1B}"/>
              </a:ext>
            </a:extLst>
          </p:cNvPr>
          <p:cNvSpPr>
            <a:spLocks noGrp="1"/>
          </p:cNvSpPr>
          <p:nvPr>
            <p:ph type="title"/>
          </p:nvPr>
        </p:nvSpPr>
        <p:spPr>
          <a:xfrm>
            <a:off x="550135" y="543613"/>
            <a:ext cx="5033769" cy="488374"/>
          </a:xfrm>
        </p:spPr>
        <p:txBody>
          <a:bodyPr/>
          <a:lstStyle/>
          <a:p>
            <a:r>
              <a:rPr lang="en-US" sz="2400" b="1" i="0" dirty="0" err="1">
                <a:latin typeface="Arial" panose="020B0604020202020204" pitchFamily="34" charset="0"/>
                <a:cs typeface="Arial" panose="020B0604020202020204" pitchFamily="34" charset="0"/>
              </a:rPr>
              <a:t>Ăn</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ngoài</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và</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thu</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nhập</a:t>
            </a:r>
            <a:endParaRPr lang="en-US" sz="2400" b="1" i="0"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9875AB1E-7294-D215-EBDD-63C27FE6701F}"/>
              </a:ext>
            </a:extLst>
          </p:cNvPr>
          <p:cNvSpPr txBox="1"/>
          <p:nvPr/>
        </p:nvSpPr>
        <p:spPr>
          <a:xfrm>
            <a:off x="7539231" y="1551100"/>
            <a:ext cx="4005070" cy="4121065"/>
          </a:xfrm>
          <a:prstGeom prst="rect">
            <a:avLst/>
          </a:prstGeom>
          <a:noFill/>
        </p:spPr>
        <p:txBody>
          <a:bodyPr wrap="square">
            <a:spAutoFit/>
          </a:bodyPr>
          <a:lstStyle/>
          <a:p>
            <a:pPr>
              <a:lnSpc>
                <a:spcPct val="120000"/>
              </a:lnSpc>
            </a:pPr>
            <a:r>
              <a:rPr lang="vi-VN" sz="2000" dirty="0">
                <a:latin typeface="Arial" panose="020B0604020202020204" pitchFamily="34" charset="0"/>
                <a:cs typeface="Arial" panose="020B0604020202020204" pitchFamily="34" charset="0"/>
              </a:rPr>
              <a:t>Thang đo eating_out:</a:t>
            </a:r>
          </a:p>
          <a:p>
            <a:pPr marL="342900">
              <a:lnSpc>
                <a:spcPct val="120000"/>
              </a:lnSpc>
            </a:pPr>
            <a:r>
              <a:rPr lang="vi-VN" sz="2000" dirty="0">
                <a:latin typeface="Arial" panose="020B0604020202020204" pitchFamily="34" charset="0"/>
                <a:cs typeface="Arial" panose="020B0604020202020204" pitchFamily="34" charset="0"/>
              </a:rPr>
              <a:t>1: Không bao giờ</a:t>
            </a:r>
          </a:p>
          <a:p>
            <a:pPr marL="342900">
              <a:lnSpc>
                <a:spcPct val="120000"/>
              </a:lnSpc>
            </a:pPr>
            <a:r>
              <a:rPr lang="vi-VN" sz="2000" dirty="0">
                <a:latin typeface="Arial" panose="020B0604020202020204" pitchFamily="34" charset="0"/>
                <a:cs typeface="Arial" panose="020B0604020202020204" pitchFamily="34" charset="0"/>
              </a:rPr>
              <a:t>2: 1–2 lần/tuần</a:t>
            </a:r>
          </a:p>
          <a:p>
            <a:pPr marL="342900">
              <a:lnSpc>
                <a:spcPct val="120000"/>
              </a:lnSpc>
            </a:pPr>
            <a:r>
              <a:rPr lang="vi-VN" sz="2000" dirty="0">
                <a:latin typeface="Arial" panose="020B0604020202020204" pitchFamily="34" charset="0"/>
                <a:cs typeface="Arial" panose="020B0604020202020204" pitchFamily="34" charset="0"/>
              </a:rPr>
              <a:t>3: 2–3 lần/tuần</a:t>
            </a:r>
          </a:p>
          <a:p>
            <a:pPr marL="342900">
              <a:lnSpc>
                <a:spcPct val="120000"/>
              </a:lnSpc>
            </a:pPr>
            <a:r>
              <a:rPr lang="vi-VN" sz="2000" dirty="0">
                <a:latin typeface="Arial" panose="020B0604020202020204" pitchFamily="34" charset="0"/>
                <a:cs typeface="Arial" panose="020B0604020202020204" pitchFamily="34" charset="0"/>
              </a:rPr>
              <a:t>4: 3–5 lần/tuần</a:t>
            </a:r>
          </a:p>
          <a:p>
            <a:pPr marL="342900">
              <a:lnSpc>
                <a:spcPct val="120000"/>
              </a:lnSpc>
            </a:pPr>
            <a:r>
              <a:rPr lang="vi-VN" sz="2000" dirty="0">
                <a:latin typeface="Arial" panose="020B0604020202020204" pitchFamily="34" charset="0"/>
                <a:cs typeface="Arial" panose="020B0604020202020204" pitchFamily="34" charset="0"/>
              </a:rPr>
              <a:t>5: Hằng ngày</a:t>
            </a:r>
          </a:p>
          <a:p>
            <a:pPr>
              <a:lnSpc>
                <a:spcPct val="120000"/>
              </a:lnSpc>
            </a:pPr>
            <a:r>
              <a:rPr lang="vi-VN" sz="2000" dirty="0">
                <a:latin typeface="Arial" panose="020B0604020202020204" pitchFamily="34" charset="0"/>
                <a:cs typeface="Arial" panose="020B0604020202020204" pitchFamily="34" charset="0"/>
              </a:rPr>
              <a:t>Nhận xét:</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Thu nhập không tăng tuyến tính</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Nhóm ăn ngoài vừa phải (1–2 lần/tuần) có thu nhập cao nhất</a:t>
            </a:r>
            <a:endParaRPr lang="en-US" sz="2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5CE95C5-30AE-0BA0-88F1-E6FCB5108DE5}"/>
              </a:ext>
            </a:extLst>
          </p:cNvPr>
          <p:cNvPicPr>
            <a:picLocks noChangeAspect="1"/>
          </p:cNvPicPr>
          <p:nvPr/>
        </p:nvPicPr>
        <p:blipFill>
          <a:blip r:embed="rId2"/>
          <a:stretch>
            <a:fillRect/>
          </a:stretch>
        </p:blipFill>
        <p:spPr>
          <a:xfrm>
            <a:off x="550135" y="1551100"/>
            <a:ext cx="6249965" cy="4236636"/>
          </a:xfrm>
          <a:prstGeom prst="rect">
            <a:avLst/>
          </a:prstGeom>
        </p:spPr>
      </p:pic>
    </p:spTree>
    <p:extLst>
      <p:ext uri="{BB962C8B-B14F-4D97-AF65-F5344CB8AC3E}">
        <p14:creationId xmlns:p14="http://schemas.microsoft.com/office/powerpoint/2010/main" val="3975069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A1278972-457A-46BC-BEC3-9DA9B6F7EA05}"/>
              </a:ext>
            </a:extLst>
          </p:cNvPr>
          <p:cNvSpPr>
            <a:spLocks noGrp="1"/>
          </p:cNvSpPr>
          <p:nvPr>
            <p:ph type="title"/>
          </p:nvPr>
        </p:nvSpPr>
        <p:spPr>
          <a:xfrm>
            <a:off x="6271540" y="600299"/>
            <a:ext cx="3911551" cy="488374"/>
          </a:xfrm>
        </p:spPr>
        <p:txBody>
          <a:bodyPr/>
          <a:lstStyle/>
          <a:p>
            <a:r>
              <a:rPr lang="en-US" sz="2400" b="1" i="0" dirty="0" err="1">
                <a:latin typeface="Arial" panose="020B0604020202020204" pitchFamily="34" charset="0"/>
                <a:cs typeface="Arial" panose="020B0604020202020204" pitchFamily="34" charset="0"/>
              </a:rPr>
              <a:t>Calories_day</a:t>
            </a:r>
            <a:r>
              <a:rPr lang="en-US" sz="2400" b="1" i="0" dirty="0">
                <a:latin typeface="Arial" panose="020B0604020202020204" pitchFamily="34" charset="0"/>
                <a:cs typeface="Arial" panose="020B0604020202020204" pitchFamily="34" charset="0"/>
              </a:rPr>
              <a:t> &amp; Outlier</a:t>
            </a:r>
          </a:p>
        </p:txBody>
      </p:sp>
      <p:sp>
        <p:nvSpPr>
          <p:cNvPr id="53" name="TextBox 52">
            <a:extLst>
              <a:ext uri="{FF2B5EF4-FFF2-40B4-BE49-F238E27FC236}">
                <a16:creationId xmlns:a16="http://schemas.microsoft.com/office/drawing/2014/main" id="{C1300F56-6CFF-C9B6-059C-9636F9145D6D}"/>
              </a:ext>
            </a:extLst>
          </p:cNvPr>
          <p:cNvSpPr txBox="1"/>
          <p:nvPr/>
        </p:nvSpPr>
        <p:spPr>
          <a:xfrm>
            <a:off x="658091" y="4207555"/>
            <a:ext cx="5096114" cy="1905073"/>
          </a:xfrm>
          <a:prstGeom prst="rect">
            <a:avLst/>
          </a:prstGeom>
          <a:noFill/>
        </p:spPr>
        <p:txBody>
          <a:bodyPr wrap="square">
            <a:spAutoFit/>
          </a:bodyPr>
          <a:lstStyle/>
          <a:p>
            <a:pPr>
              <a:lnSpc>
                <a:spcPct val="120000"/>
              </a:lnSpc>
            </a:pPr>
            <a:r>
              <a:rPr lang="vi-VN" sz="2000" dirty="0">
                <a:latin typeface="Arial" panose="020B0604020202020204" pitchFamily="34" charset="0"/>
                <a:cs typeface="Arial" panose="020B0604020202020204" pitchFamily="34" charset="0"/>
              </a:rPr>
              <a:t>Nhận xét:</a:t>
            </a:r>
          </a:p>
          <a:p>
            <a:pPr>
              <a:lnSpc>
                <a:spcPct val="120000"/>
              </a:lnSpc>
            </a:pPr>
            <a:r>
              <a:rPr lang="vi-VN" sz="2000" dirty="0">
                <a:latin typeface="Arial" panose="020B0604020202020204" pitchFamily="34" charset="0"/>
                <a:cs typeface="Arial" panose="020B0604020202020204" pitchFamily="34" charset="0"/>
              </a:rPr>
              <a:t>Phân bố lệch trái</a:t>
            </a:r>
          </a:p>
          <a:p>
            <a:pPr>
              <a:lnSpc>
                <a:spcPct val="120000"/>
              </a:lnSpc>
            </a:pPr>
            <a:r>
              <a:rPr lang="vi-VN" sz="2000" dirty="0">
                <a:latin typeface="Arial" panose="020B0604020202020204" pitchFamily="34" charset="0"/>
                <a:cs typeface="Arial" panose="020B0604020202020204" pitchFamily="34" charset="0"/>
              </a:rPr>
              <a:t>Tập trung GPA 3.5–4.0</a:t>
            </a:r>
          </a:p>
          <a:p>
            <a:pPr>
              <a:lnSpc>
                <a:spcPct val="120000"/>
              </a:lnSpc>
            </a:pPr>
            <a:r>
              <a:rPr lang="vi-VN" sz="2000" dirty="0">
                <a:latin typeface="Arial" panose="020B0604020202020204" pitchFamily="34" charset="0"/>
                <a:cs typeface="Arial" panose="020B0604020202020204" pitchFamily="34" charset="0"/>
              </a:rPr>
              <a:t>Ít GPA thấp</a:t>
            </a:r>
          </a:p>
          <a:p>
            <a:pPr>
              <a:lnSpc>
                <a:spcPct val="120000"/>
              </a:lnSpc>
            </a:pPr>
            <a:r>
              <a:rPr lang="vi-VN" sz="2000" dirty="0">
                <a:latin typeface="Arial" panose="020B0604020202020204" pitchFamily="34" charset="0"/>
                <a:cs typeface="Arial" panose="020B0604020202020204" pitchFamily="34" charset="0"/>
              </a:rPr>
              <a:t>Lưu ý: Có ceiling effect</a:t>
            </a:r>
            <a:endParaRPr lang="en-US" sz="20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F2985EAC-2C77-7A41-C5B5-650AE40C1229}"/>
              </a:ext>
            </a:extLst>
          </p:cNvPr>
          <p:cNvSpPr txBox="1">
            <a:spLocks/>
          </p:cNvSpPr>
          <p:nvPr/>
        </p:nvSpPr>
        <p:spPr>
          <a:xfrm>
            <a:off x="428385" y="600299"/>
            <a:ext cx="3911551" cy="488374"/>
          </a:xfrm>
          <a:prstGeom prst="rect">
            <a:avLst/>
          </a:prstGeom>
          <a:noFill/>
        </p:spPr>
        <p:txBody>
          <a:bodyPr vert="horz" lIns="91440" tIns="0" rIns="91440" bIns="91440" rtlCol="0" anchor="t" anchorCtr="0">
            <a:noAutofit/>
          </a:bodyPr>
          <a:lstStyle>
            <a:lvl1pPr algn="l" defTabSz="914400" rtl="0" eaLnBrk="1" latinLnBrk="0" hangingPunct="1">
              <a:lnSpc>
                <a:spcPct val="90000"/>
              </a:lnSpc>
              <a:spcBef>
                <a:spcPct val="0"/>
              </a:spcBef>
              <a:buNone/>
              <a:defRPr lang="en-US" sz="3800" b="0" i="1" kern="1200" spc="100" baseline="0">
                <a:solidFill>
                  <a:schemeClr val="tx1">
                    <a:lumMod val="85000"/>
                    <a:lumOff val="15000"/>
                  </a:schemeClr>
                </a:solidFill>
                <a:latin typeface="+mj-lt"/>
                <a:ea typeface="+mn-ea"/>
                <a:cs typeface="+mn-cs"/>
              </a:defRPr>
            </a:lvl1pPr>
          </a:lstStyle>
          <a:p>
            <a:r>
              <a:rPr lang="en-US" sz="2400" b="1" i="0" dirty="0" err="1">
                <a:latin typeface="Arial" panose="020B0604020202020204" pitchFamily="34" charset="0"/>
                <a:cs typeface="Arial" panose="020B0604020202020204" pitchFamily="34" charset="0"/>
              </a:rPr>
              <a:t>Phân</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bố</a:t>
            </a:r>
            <a:r>
              <a:rPr lang="en-US" sz="2400" b="1" i="0" dirty="0">
                <a:latin typeface="Arial" panose="020B0604020202020204" pitchFamily="34" charset="0"/>
                <a:cs typeface="Arial" panose="020B0604020202020204" pitchFamily="34" charset="0"/>
              </a:rPr>
              <a:t> GPA</a:t>
            </a:r>
          </a:p>
        </p:txBody>
      </p:sp>
      <p:sp>
        <p:nvSpPr>
          <p:cNvPr id="9" name="TextBox 8">
            <a:extLst>
              <a:ext uri="{FF2B5EF4-FFF2-40B4-BE49-F238E27FC236}">
                <a16:creationId xmlns:a16="http://schemas.microsoft.com/office/drawing/2014/main" id="{6EB17CE0-1EAE-4D2C-6676-0338D1DFFB22}"/>
              </a:ext>
            </a:extLst>
          </p:cNvPr>
          <p:cNvSpPr txBox="1"/>
          <p:nvPr/>
        </p:nvSpPr>
        <p:spPr>
          <a:xfrm>
            <a:off x="6363767" y="4627476"/>
            <a:ext cx="5096114" cy="2283702"/>
          </a:xfrm>
          <a:prstGeom prst="rect">
            <a:avLst/>
          </a:prstGeom>
          <a:noFill/>
        </p:spPr>
        <p:txBody>
          <a:bodyPr wrap="square">
            <a:spAutoFit/>
          </a:bodyPr>
          <a:lstStyle/>
          <a:p>
            <a:pPr>
              <a:lnSpc>
                <a:spcPct val="120000"/>
              </a:lnSpc>
            </a:pPr>
            <a:r>
              <a:rPr lang="vi-VN" sz="2000" dirty="0">
                <a:latin typeface="Aarial"/>
                <a:cs typeface="Arial" panose="020B0604020202020204" pitchFamily="34" charset="0"/>
              </a:rPr>
              <a:t>Phân phối khá đồng đều</a:t>
            </a:r>
            <a:r>
              <a:rPr lang="en-US" sz="2000" dirty="0">
                <a:latin typeface="Aarial"/>
                <a:cs typeface="Arial" panose="020B0604020202020204" pitchFamily="34" charset="0"/>
              </a:rPr>
              <a:t>; </a:t>
            </a:r>
            <a:r>
              <a:rPr lang="vi-VN" sz="2000" dirty="0">
                <a:latin typeface="Aarial"/>
                <a:cs typeface="Arial" panose="020B0604020202020204" pitchFamily="34" charset="0"/>
              </a:rPr>
              <a:t>Không có outlier đáng kể</a:t>
            </a:r>
            <a:r>
              <a:rPr lang="en-US" sz="2000" dirty="0">
                <a:latin typeface="Aarial"/>
                <a:cs typeface="Arial" panose="020B0604020202020204" pitchFamily="34" charset="0"/>
              </a:rPr>
              <a:t> =&gt;</a:t>
            </a:r>
            <a:r>
              <a:rPr lang="vi-VN" sz="2000" dirty="0">
                <a:latin typeface="Aarial"/>
                <a:cs typeface="Arial" panose="020B0604020202020204" pitchFamily="34" charset="0"/>
              </a:rPr>
              <a:t>Không cần xử lý ngoại lệ</a:t>
            </a:r>
            <a:r>
              <a:rPr lang="en-US" sz="2000" dirty="0">
                <a:latin typeface="Aarial"/>
                <a:cs typeface="Arial" panose="020B0604020202020204" pitchFamily="34" charset="0"/>
              </a:rPr>
              <a:t>.</a:t>
            </a:r>
          </a:p>
          <a:p>
            <a:pPr>
              <a:lnSpc>
                <a:spcPct val="120000"/>
              </a:lnSpc>
            </a:pPr>
            <a:r>
              <a:rPr lang="en-US" sz="2000" dirty="0" err="1">
                <a:effectLst/>
                <a:latin typeface="Aarial"/>
                <a:ea typeface="Calibri" panose="020F0502020204030204" pitchFamily="34" charset="0"/>
              </a:rPr>
              <a:t>Phần</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lớn</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giá</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trị</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lượng</a:t>
            </a:r>
            <a:r>
              <a:rPr lang="en-US" sz="2000" dirty="0">
                <a:effectLst/>
                <a:latin typeface="Aarial"/>
                <a:ea typeface="Calibri" panose="020F0502020204030204" pitchFamily="34" charset="0"/>
              </a:rPr>
              <a:t> calo </a:t>
            </a:r>
            <a:r>
              <a:rPr lang="en-US" sz="2000" dirty="0" err="1">
                <a:effectLst/>
                <a:latin typeface="Aarial"/>
                <a:ea typeface="Calibri" panose="020F0502020204030204" pitchFamily="34" charset="0"/>
              </a:rPr>
              <a:t>tiêu</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thụ</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nằm</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gần</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giá</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trị</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trung</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vị</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phản</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ánh</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mức</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tiêu</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thụ</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năng</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lượng</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tương</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đối</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đồng</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đều</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giữa</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các</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sinh</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viên</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trong</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mẫu</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nghiên</a:t>
            </a:r>
            <a:r>
              <a:rPr lang="en-US" sz="2000" dirty="0">
                <a:effectLst/>
                <a:latin typeface="Aarial"/>
                <a:ea typeface="Calibri" panose="020F0502020204030204" pitchFamily="34" charset="0"/>
              </a:rPr>
              <a:t> </a:t>
            </a:r>
            <a:r>
              <a:rPr lang="en-US" sz="2000" dirty="0" err="1">
                <a:effectLst/>
                <a:latin typeface="Aarial"/>
                <a:ea typeface="Calibri" panose="020F0502020204030204" pitchFamily="34" charset="0"/>
              </a:rPr>
              <a:t>cứu</a:t>
            </a:r>
            <a:r>
              <a:rPr lang="en-US" sz="2000" dirty="0">
                <a:effectLst/>
                <a:latin typeface="Aarial"/>
                <a:ea typeface="Calibri" panose="020F0502020204030204" pitchFamily="34" charset="0"/>
              </a:rPr>
              <a:t>.</a:t>
            </a:r>
            <a:endParaRPr lang="en-US" sz="2000" dirty="0">
              <a:latin typeface="Aarial"/>
              <a:cs typeface="Arial" panose="020B0604020202020204" pitchFamily="34" charset="0"/>
            </a:endParaRPr>
          </a:p>
        </p:txBody>
      </p:sp>
      <p:pic>
        <p:nvPicPr>
          <p:cNvPr id="2" name="Picture 1">
            <a:extLst>
              <a:ext uri="{FF2B5EF4-FFF2-40B4-BE49-F238E27FC236}">
                <a16:creationId xmlns:a16="http://schemas.microsoft.com/office/drawing/2014/main" id="{7637C1A8-9B7B-930B-C711-E55131DB79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8385" y="1227517"/>
            <a:ext cx="4746047" cy="2845856"/>
          </a:xfrm>
          <a:prstGeom prst="rect">
            <a:avLst/>
          </a:prstGeom>
          <a:noFill/>
          <a:ln>
            <a:noFill/>
          </a:ln>
        </p:spPr>
      </p:pic>
      <p:pic>
        <p:nvPicPr>
          <p:cNvPr id="3" name="Picture 2">
            <a:extLst>
              <a:ext uri="{FF2B5EF4-FFF2-40B4-BE49-F238E27FC236}">
                <a16:creationId xmlns:a16="http://schemas.microsoft.com/office/drawing/2014/main" id="{5C83A9B1-87AA-D881-450F-BE04383B775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63767" y="1088673"/>
            <a:ext cx="3670269" cy="3514500"/>
          </a:xfrm>
          <a:prstGeom prst="rect">
            <a:avLst/>
          </a:prstGeom>
          <a:noFill/>
          <a:ln>
            <a:noFill/>
          </a:ln>
        </p:spPr>
      </p:pic>
    </p:spTree>
    <p:extLst>
      <p:ext uri="{BB962C8B-B14F-4D97-AF65-F5344CB8AC3E}">
        <p14:creationId xmlns:p14="http://schemas.microsoft.com/office/powerpoint/2010/main" val="3459136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a:extLst>
              <a:ext uri="{FF2B5EF4-FFF2-40B4-BE49-F238E27FC236}">
                <a16:creationId xmlns:a16="http://schemas.microsoft.com/office/drawing/2014/main" id="{C1300F56-6CFF-C9B6-059C-9636F9145D6D}"/>
              </a:ext>
            </a:extLst>
          </p:cNvPr>
          <p:cNvSpPr txBox="1"/>
          <p:nvPr/>
        </p:nvSpPr>
        <p:spPr>
          <a:xfrm>
            <a:off x="6505903" y="2661129"/>
            <a:ext cx="5096114" cy="1535741"/>
          </a:xfrm>
          <a:prstGeom prst="rect">
            <a:avLst/>
          </a:prstGeom>
          <a:noFill/>
        </p:spPr>
        <p:txBody>
          <a:bodyPr wrap="square">
            <a:spAutoFit/>
          </a:bodyPr>
          <a:lstStyle/>
          <a:p>
            <a:pPr>
              <a:lnSpc>
                <a:spcPct val="120000"/>
              </a:lnSpc>
            </a:pPr>
            <a:r>
              <a:rPr lang="vi-VN" sz="2000" dirty="0">
                <a:latin typeface="Arial" panose="020B0604020202020204" pitchFamily="34" charset="0"/>
                <a:cs typeface="Arial" panose="020B0604020202020204" pitchFamily="34" charset="0"/>
              </a:rPr>
              <a:t>Xu hướng:</a:t>
            </a:r>
          </a:p>
          <a:p>
            <a:pPr>
              <a:lnSpc>
                <a:spcPct val="120000"/>
              </a:lnSpc>
            </a:pPr>
            <a:r>
              <a:rPr lang="vi-VN" sz="2000" dirty="0">
                <a:latin typeface="Arial" panose="020B0604020202020204" pitchFamily="34" charset="0"/>
                <a:cs typeface="Arial" panose="020B0604020202020204" pitchFamily="34" charset="0"/>
              </a:rPr>
              <a:t>GPA cao → tập thể dục nhiều hơn</a:t>
            </a:r>
          </a:p>
          <a:p>
            <a:pPr>
              <a:lnSpc>
                <a:spcPct val="120000"/>
              </a:lnSpc>
            </a:pPr>
            <a:r>
              <a:rPr lang="vi-VN" sz="2000" dirty="0">
                <a:latin typeface="Arial" panose="020B0604020202020204" pitchFamily="34" charset="0"/>
                <a:cs typeface="Arial" panose="020B0604020202020204" pitchFamily="34" charset="0"/>
              </a:rPr>
              <a:t>Quan hệ không tuyến tính</a:t>
            </a:r>
          </a:p>
          <a:p>
            <a:pPr>
              <a:lnSpc>
                <a:spcPct val="120000"/>
              </a:lnSpc>
            </a:pPr>
            <a:r>
              <a:rPr lang="vi-VN" sz="2000" dirty="0">
                <a:latin typeface="Arial" panose="020B0604020202020204" pitchFamily="34" charset="0"/>
                <a:cs typeface="Arial" panose="020B0604020202020204" pitchFamily="34" charset="0"/>
              </a:rPr>
              <a:t>Không kết luận nhân–quả</a:t>
            </a:r>
            <a:endParaRPr lang="en-US" sz="20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F2985EAC-2C77-7A41-C5B5-650AE40C1229}"/>
              </a:ext>
            </a:extLst>
          </p:cNvPr>
          <p:cNvSpPr txBox="1">
            <a:spLocks/>
          </p:cNvSpPr>
          <p:nvPr/>
        </p:nvSpPr>
        <p:spPr>
          <a:xfrm>
            <a:off x="428385" y="600299"/>
            <a:ext cx="3911551" cy="488374"/>
          </a:xfrm>
          <a:prstGeom prst="rect">
            <a:avLst/>
          </a:prstGeom>
          <a:noFill/>
        </p:spPr>
        <p:txBody>
          <a:bodyPr vert="horz" lIns="91440" tIns="0" rIns="91440" bIns="91440" rtlCol="0" anchor="t" anchorCtr="0">
            <a:noAutofit/>
          </a:bodyPr>
          <a:lstStyle>
            <a:lvl1pPr algn="l" defTabSz="914400" rtl="0" eaLnBrk="1" latinLnBrk="0" hangingPunct="1">
              <a:lnSpc>
                <a:spcPct val="90000"/>
              </a:lnSpc>
              <a:spcBef>
                <a:spcPct val="0"/>
              </a:spcBef>
              <a:buNone/>
              <a:defRPr lang="en-US" sz="3800" b="0" i="1" kern="1200" spc="100" baseline="0">
                <a:solidFill>
                  <a:schemeClr val="tx1">
                    <a:lumMod val="85000"/>
                    <a:lumOff val="15000"/>
                  </a:schemeClr>
                </a:solidFill>
                <a:latin typeface="+mj-lt"/>
                <a:ea typeface="+mn-ea"/>
                <a:cs typeface="+mn-cs"/>
              </a:defRPr>
            </a:lvl1pPr>
          </a:lstStyle>
          <a:p>
            <a:r>
              <a:rPr lang="en-US" sz="2400" b="1" i="0" dirty="0">
                <a:latin typeface="Arial" panose="020B0604020202020204" pitchFamily="34" charset="0"/>
                <a:cs typeface="Arial" panose="020B0604020202020204" pitchFamily="34" charset="0"/>
              </a:rPr>
              <a:t>GPA &amp; </a:t>
            </a:r>
            <a:r>
              <a:rPr lang="en-US" sz="2400" b="1" i="0" dirty="0" err="1">
                <a:latin typeface="Arial" panose="020B0604020202020204" pitchFamily="34" charset="0"/>
                <a:cs typeface="Arial" panose="020B0604020202020204" pitchFamily="34" charset="0"/>
              </a:rPr>
              <a:t>Execise</a:t>
            </a:r>
            <a:endParaRPr lang="en-US" sz="2400" b="1" i="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5DB5C89-4992-E379-8B8C-F7169BF06C27}"/>
              </a:ext>
            </a:extLst>
          </p:cNvPr>
          <p:cNvPicPr>
            <a:picLocks noChangeAspect="1"/>
          </p:cNvPicPr>
          <p:nvPr/>
        </p:nvPicPr>
        <p:blipFill>
          <a:blip r:embed="rId2"/>
          <a:stretch>
            <a:fillRect/>
          </a:stretch>
        </p:blipFill>
        <p:spPr>
          <a:xfrm>
            <a:off x="372966" y="2150225"/>
            <a:ext cx="5313133" cy="3263440"/>
          </a:xfrm>
          <a:prstGeom prst="rect">
            <a:avLst/>
          </a:prstGeom>
        </p:spPr>
      </p:pic>
    </p:spTree>
    <p:extLst>
      <p:ext uri="{BB962C8B-B14F-4D97-AF65-F5344CB8AC3E}">
        <p14:creationId xmlns:p14="http://schemas.microsoft.com/office/powerpoint/2010/main" val="3067338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A1278972-457A-46BC-BEC3-9DA9B6F7EA05}"/>
              </a:ext>
            </a:extLst>
          </p:cNvPr>
          <p:cNvSpPr>
            <a:spLocks noGrp="1"/>
          </p:cNvSpPr>
          <p:nvPr>
            <p:ph type="title"/>
          </p:nvPr>
        </p:nvSpPr>
        <p:spPr>
          <a:xfrm>
            <a:off x="442240" y="600299"/>
            <a:ext cx="3911551" cy="488374"/>
          </a:xfrm>
        </p:spPr>
        <p:txBody>
          <a:bodyPr/>
          <a:lstStyle/>
          <a:p>
            <a:r>
              <a:rPr lang="en-US" sz="2400" b="1" i="0" dirty="0" err="1">
                <a:latin typeface="Arial" panose="020B0604020202020204" pitchFamily="34" charset="0"/>
                <a:cs typeface="Arial" panose="020B0604020202020204" pitchFamily="34" charset="0"/>
              </a:rPr>
              <a:t>Tương</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quan</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các</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biến</a:t>
            </a:r>
            <a:endParaRPr lang="en-US" sz="2400" b="1" i="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6EB17CE0-1EAE-4D2C-6676-0338D1DFFB22}"/>
              </a:ext>
            </a:extLst>
          </p:cNvPr>
          <p:cNvSpPr txBox="1"/>
          <p:nvPr/>
        </p:nvSpPr>
        <p:spPr>
          <a:xfrm>
            <a:off x="6207903" y="793230"/>
            <a:ext cx="5428848" cy="47237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vi-VN" dirty="0"/>
              <a:t>Biểu đồ heatmap cho thấy các mối tương quan giữa </a:t>
            </a:r>
            <a:r>
              <a:rPr lang="vi-VN" b="1" dirty="0"/>
              <a:t>GPA, exercise, calories_day và healthy_feeling nhìn chung ở mức yếu</a:t>
            </a:r>
            <a:r>
              <a:rPr lang="vi-VN" dirty="0"/>
              <a:t>. </a:t>
            </a:r>
            <a:endParaRPr lang="en-US" dirty="0"/>
          </a:p>
          <a:p>
            <a:pPr marL="285750" indent="-285750">
              <a:lnSpc>
                <a:spcPct val="120000"/>
              </a:lnSpc>
              <a:buFont typeface="Arial" panose="020B0604020202020204" pitchFamily="34" charset="0"/>
              <a:buChar char="•"/>
            </a:pPr>
            <a:r>
              <a:rPr lang="vi-VN" dirty="0"/>
              <a:t>GPA có </a:t>
            </a:r>
            <a:r>
              <a:rPr lang="vi-VN" b="1" dirty="0"/>
              <a:t>tương quan dương nhẹ</a:t>
            </a:r>
            <a:r>
              <a:rPr lang="vi-VN" dirty="0"/>
              <a:t> với exercise và healthy_feeling, trong khi </a:t>
            </a:r>
            <a:r>
              <a:rPr lang="vi-VN" b="1" dirty="0"/>
              <a:t>calories_day gần như không có mối liên hệ tuyến tính rõ ràng</a:t>
            </a:r>
            <a:r>
              <a:rPr lang="vi-VN" dirty="0"/>
              <a:t> với các biến còn lại. </a:t>
            </a:r>
            <a:endParaRPr lang="en-US" dirty="0"/>
          </a:p>
          <a:p>
            <a:pPr marL="285750" indent="-285750">
              <a:lnSpc>
                <a:spcPct val="120000"/>
              </a:lnSpc>
              <a:buFont typeface="Arial" panose="020B0604020202020204" pitchFamily="34" charset="0"/>
              <a:buChar char="•"/>
            </a:pPr>
            <a:r>
              <a:rPr lang="vi-VN" dirty="0"/>
              <a:t>Điều này cho thấy các yếu tố sức khỏe có liên hệ tích cực nhưng hạn chế với kết quả học tập trong phạm vi dữ liệu nghiên cứu.</a:t>
            </a:r>
            <a:endParaRPr lang="en-US" dirty="0"/>
          </a:p>
          <a:p>
            <a:pPr marL="285750" indent="-285750">
              <a:lnSpc>
                <a:spcPct val="120000"/>
              </a:lnSpc>
              <a:buFont typeface="Arial" panose="020B0604020202020204" pitchFamily="34" charset="0"/>
              <a:buChar char="•"/>
            </a:pPr>
            <a:r>
              <a:rPr lang="vi-VN" dirty="0">
                <a:latin typeface="Aarial"/>
                <a:cs typeface="Arial" panose="020B0604020202020204" pitchFamily="34" charset="0"/>
              </a:rPr>
              <a:t>Tóm lại, heatmap giúp hình dung nhanh rằng các yếu tố sức khỏe có liên hệ tích cực nhưng yếu với GPA, trong khi lượng calo tiêu thụ không thể hiện mối quan hệ tuyến tính rõ ràng với các biến còn lại.</a:t>
            </a:r>
            <a:endParaRPr lang="en-US" dirty="0">
              <a:latin typeface="Aarial"/>
              <a:cs typeface="Arial" panose="020B0604020202020204" pitchFamily="34" charset="0"/>
            </a:endParaRPr>
          </a:p>
        </p:txBody>
      </p:sp>
      <p:pic>
        <p:nvPicPr>
          <p:cNvPr id="5" name="Picture 4">
            <a:extLst>
              <a:ext uri="{FF2B5EF4-FFF2-40B4-BE49-F238E27FC236}">
                <a16:creationId xmlns:a16="http://schemas.microsoft.com/office/drawing/2014/main" id="{11A17BB9-E774-67B8-6AF8-69431166FA8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5249" y="1484512"/>
            <a:ext cx="4654818" cy="4136970"/>
          </a:xfrm>
          <a:prstGeom prst="rect">
            <a:avLst/>
          </a:prstGeom>
          <a:noFill/>
          <a:ln>
            <a:noFill/>
          </a:ln>
        </p:spPr>
      </p:pic>
    </p:spTree>
    <p:extLst>
      <p:ext uri="{BB962C8B-B14F-4D97-AF65-F5344CB8AC3E}">
        <p14:creationId xmlns:p14="http://schemas.microsoft.com/office/powerpoint/2010/main" val="3613089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A1278972-457A-46BC-BEC3-9DA9B6F7EA05}"/>
              </a:ext>
            </a:extLst>
          </p:cNvPr>
          <p:cNvSpPr>
            <a:spLocks noGrp="1"/>
          </p:cNvSpPr>
          <p:nvPr>
            <p:ph type="title"/>
          </p:nvPr>
        </p:nvSpPr>
        <p:spPr>
          <a:xfrm>
            <a:off x="6271540" y="600299"/>
            <a:ext cx="3911551" cy="488374"/>
          </a:xfrm>
        </p:spPr>
        <p:txBody>
          <a:bodyPr/>
          <a:lstStyle/>
          <a:p>
            <a:r>
              <a:rPr lang="en-US" sz="2400" b="1" i="0" dirty="0" err="1">
                <a:latin typeface="Arial" panose="020B0604020202020204" pitchFamily="34" charset="0"/>
                <a:cs typeface="Arial" panose="020B0604020202020204" pitchFamily="34" charset="0"/>
              </a:rPr>
              <a:t>Mô</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hình</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dự</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đoán</a:t>
            </a:r>
            <a:r>
              <a:rPr lang="en-US" sz="2400" b="1" i="0" dirty="0">
                <a:latin typeface="Arial" panose="020B0604020202020204" pitchFamily="34" charset="0"/>
                <a:cs typeface="Arial" panose="020B0604020202020204" pitchFamily="34" charset="0"/>
              </a:rPr>
              <a:t> 2</a:t>
            </a:r>
          </a:p>
        </p:txBody>
      </p:sp>
      <p:sp>
        <p:nvSpPr>
          <p:cNvPr id="53" name="TextBox 52">
            <a:extLst>
              <a:ext uri="{FF2B5EF4-FFF2-40B4-BE49-F238E27FC236}">
                <a16:creationId xmlns:a16="http://schemas.microsoft.com/office/drawing/2014/main" id="{C1300F56-6CFF-C9B6-059C-9636F9145D6D}"/>
              </a:ext>
            </a:extLst>
          </p:cNvPr>
          <p:cNvSpPr txBox="1"/>
          <p:nvPr/>
        </p:nvSpPr>
        <p:spPr>
          <a:xfrm>
            <a:off x="428385" y="1553133"/>
            <a:ext cx="4881370" cy="3751733"/>
          </a:xfrm>
          <a:prstGeom prst="rect">
            <a:avLst/>
          </a:prstGeom>
          <a:noFill/>
        </p:spPr>
        <p:txBody>
          <a:bodyPr wrap="square">
            <a:spAutoFit/>
          </a:bodyPr>
          <a:lstStyle/>
          <a:p>
            <a:pPr>
              <a:lnSpc>
                <a:spcPct val="120000"/>
              </a:lnSpc>
            </a:pPr>
            <a:r>
              <a:rPr lang="vi-VN" sz="2000" dirty="0">
                <a:latin typeface="Arial" panose="020B0604020202020204" pitchFamily="34" charset="0"/>
                <a:cs typeface="Arial" panose="020B0604020202020204" pitchFamily="34" charset="0"/>
              </a:rPr>
              <a:t>Mô hình dự đoán healthy_feeling (diet_current_encoded, exercise, calories_day) cho kết </a:t>
            </a:r>
            <a:r>
              <a:rPr lang="vi-VN" sz="2000" b="1" dirty="0">
                <a:latin typeface="Arial" panose="020B0604020202020204" pitchFamily="34" charset="0"/>
                <a:cs typeface="Arial" panose="020B0604020202020204" pitchFamily="34" charset="0"/>
              </a:rPr>
              <a:t>quả R² = −0.038 </a:t>
            </a:r>
            <a:r>
              <a:rPr lang="vi-VN" sz="2000" dirty="0">
                <a:latin typeface="Arial" panose="020B0604020202020204" pitchFamily="34" charset="0"/>
                <a:cs typeface="Arial" panose="020B0604020202020204" pitchFamily="34" charset="0"/>
              </a:rPr>
              <a:t>và </a:t>
            </a:r>
            <a:r>
              <a:rPr lang="vi-VN" sz="2000" b="1" dirty="0">
                <a:latin typeface="Arial" panose="020B0604020202020204" pitchFamily="34" charset="0"/>
                <a:cs typeface="Arial" panose="020B0604020202020204" pitchFamily="34" charset="0"/>
              </a:rPr>
              <a:t>MSE = 6.049</a:t>
            </a:r>
            <a:r>
              <a:rPr lang="vi-VN" sz="2000" dirty="0">
                <a:latin typeface="Arial" panose="020B0604020202020204" pitchFamily="34" charset="0"/>
                <a:cs typeface="Arial" panose="020B0604020202020204" pitchFamily="34" charset="0"/>
              </a:rPr>
              <a:t>, cho thấy mô hình hoạt động kém hơn dự đoán trung bình và không có khả năng giải thích hay dự đoán hiệu quả biến healthy_feeling. Mặc dù exercise có hệ số lớn hơn, nhưng do hiệu suất tổng thể rất thấp, các hệ số chỉ mang tính tham khảo.</a:t>
            </a:r>
            <a:endParaRPr lang="en-US" sz="20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F2985EAC-2C77-7A41-C5B5-650AE40C1229}"/>
              </a:ext>
            </a:extLst>
          </p:cNvPr>
          <p:cNvSpPr txBox="1">
            <a:spLocks/>
          </p:cNvSpPr>
          <p:nvPr/>
        </p:nvSpPr>
        <p:spPr>
          <a:xfrm>
            <a:off x="428385" y="600299"/>
            <a:ext cx="3911551" cy="488374"/>
          </a:xfrm>
          <a:prstGeom prst="rect">
            <a:avLst/>
          </a:prstGeom>
          <a:noFill/>
        </p:spPr>
        <p:txBody>
          <a:bodyPr vert="horz" lIns="91440" tIns="0" rIns="91440" bIns="91440" rtlCol="0" anchor="t" anchorCtr="0">
            <a:noAutofit/>
          </a:bodyPr>
          <a:lstStyle>
            <a:lvl1pPr algn="l" defTabSz="914400" rtl="0" eaLnBrk="1" latinLnBrk="0" hangingPunct="1">
              <a:lnSpc>
                <a:spcPct val="90000"/>
              </a:lnSpc>
              <a:spcBef>
                <a:spcPct val="0"/>
              </a:spcBef>
              <a:buNone/>
              <a:defRPr lang="en-US" sz="3800" b="0" i="1" kern="1200" spc="100" baseline="0">
                <a:solidFill>
                  <a:schemeClr val="tx1">
                    <a:lumMod val="85000"/>
                    <a:lumOff val="15000"/>
                  </a:schemeClr>
                </a:solidFill>
                <a:latin typeface="+mj-lt"/>
                <a:ea typeface="+mn-ea"/>
                <a:cs typeface="+mn-cs"/>
              </a:defRPr>
            </a:lvl1pPr>
          </a:lstStyle>
          <a:p>
            <a:r>
              <a:rPr lang="en-US" sz="2400" b="1" i="0" dirty="0" err="1">
                <a:latin typeface="Arial" panose="020B0604020202020204" pitchFamily="34" charset="0"/>
                <a:cs typeface="Arial" panose="020B0604020202020204" pitchFamily="34" charset="0"/>
              </a:rPr>
              <a:t>Mô</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hình</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dự</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đoán</a:t>
            </a:r>
            <a:r>
              <a:rPr lang="en-US" sz="2400" b="1" i="0" dirty="0">
                <a:latin typeface="Arial" panose="020B0604020202020204" pitchFamily="34" charset="0"/>
                <a:cs typeface="Arial" panose="020B0604020202020204" pitchFamily="34" charset="0"/>
              </a:rPr>
              <a:t> 1</a:t>
            </a:r>
          </a:p>
        </p:txBody>
      </p:sp>
      <p:sp>
        <p:nvSpPr>
          <p:cNvPr id="9" name="TextBox 8">
            <a:extLst>
              <a:ext uri="{FF2B5EF4-FFF2-40B4-BE49-F238E27FC236}">
                <a16:creationId xmlns:a16="http://schemas.microsoft.com/office/drawing/2014/main" id="{6EB17CE0-1EAE-4D2C-6676-0338D1DFFB22}"/>
              </a:ext>
            </a:extLst>
          </p:cNvPr>
          <p:cNvSpPr txBox="1"/>
          <p:nvPr/>
        </p:nvSpPr>
        <p:spPr>
          <a:xfrm>
            <a:off x="6271540" y="1553133"/>
            <a:ext cx="5023378" cy="3020507"/>
          </a:xfrm>
          <a:prstGeom prst="rect">
            <a:avLst/>
          </a:prstGeom>
          <a:noFill/>
        </p:spPr>
        <p:txBody>
          <a:bodyPr wrap="square">
            <a:spAutoFit/>
          </a:bodyPr>
          <a:lstStyle/>
          <a:p>
            <a:pPr>
              <a:lnSpc>
                <a:spcPct val="120000"/>
              </a:lnSpc>
            </a:pPr>
            <a:r>
              <a:rPr lang="vi-VN" sz="2000" b="1" dirty="0"/>
              <a:t>Mô hình dự đoán calories_day</a:t>
            </a:r>
            <a:r>
              <a:rPr lang="vi-VN" sz="2000" dirty="0"/>
              <a:t> (breakfast, eating_out, fav_cuisine_encoded, fav_food_encoded) cũng cho </a:t>
            </a:r>
            <a:r>
              <a:rPr lang="vi-VN" sz="2000" b="1" dirty="0"/>
              <a:t>R² = −0.042</a:t>
            </a:r>
            <a:r>
              <a:rPr lang="vi-VN" sz="2000" dirty="0"/>
              <a:t> và </a:t>
            </a:r>
            <a:r>
              <a:rPr lang="vi-VN" sz="2000" b="1" dirty="0"/>
              <a:t>MSE = 0.629</a:t>
            </a:r>
            <a:r>
              <a:rPr lang="vi-VN" sz="2000" dirty="0"/>
              <a:t>, cho thấy mô hình </a:t>
            </a:r>
            <a:r>
              <a:rPr lang="vi-VN" sz="2000" b="1" dirty="0"/>
              <a:t>không phù hợp</a:t>
            </a:r>
            <a:r>
              <a:rPr lang="vi-VN" sz="2000" dirty="0"/>
              <a:t> để dự đoán lượng calo tiêu thụ. Các biến ăn uống và sở thích thực phẩm </a:t>
            </a:r>
            <a:r>
              <a:rPr lang="vi-VN" sz="2000" b="1" dirty="0"/>
              <a:t>không thể giải thích sự biến động tuyến tính</a:t>
            </a:r>
            <a:r>
              <a:rPr lang="vi-VN" sz="2000" dirty="0"/>
              <a:t> của calories_day trong tập dữ liệu này.</a:t>
            </a:r>
            <a:endParaRPr lang="en-US" sz="2000" dirty="0">
              <a:latin typeface="Aarial"/>
              <a:cs typeface="Arial" panose="020B0604020202020204" pitchFamily="34" charset="0"/>
            </a:endParaRPr>
          </a:p>
        </p:txBody>
      </p:sp>
    </p:spTree>
    <p:extLst>
      <p:ext uri="{BB962C8B-B14F-4D97-AF65-F5344CB8AC3E}">
        <p14:creationId xmlns:p14="http://schemas.microsoft.com/office/powerpoint/2010/main" val="254771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A1278972-457A-46BC-BEC3-9DA9B6F7EA05}"/>
              </a:ext>
            </a:extLst>
          </p:cNvPr>
          <p:cNvSpPr>
            <a:spLocks noGrp="1"/>
          </p:cNvSpPr>
          <p:nvPr>
            <p:ph type="title"/>
          </p:nvPr>
        </p:nvSpPr>
        <p:spPr>
          <a:xfrm>
            <a:off x="6323494" y="600299"/>
            <a:ext cx="4815560" cy="488374"/>
          </a:xfrm>
        </p:spPr>
        <p:txBody>
          <a:bodyPr/>
          <a:lstStyle/>
          <a:p>
            <a:r>
              <a:rPr lang="en-US" sz="2400" b="1" i="0" dirty="0" err="1">
                <a:latin typeface="Arial" panose="020B0604020202020204" pitchFamily="34" charset="0"/>
                <a:cs typeface="Arial" panose="020B0604020202020204" pitchFamily="34" charset="0"/>
              </a:rPr>
              <a:t>Đề</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xuất</a:t>
            </a:r>
            <a:r>
              <a:rPr lang="en-US" sz="2400" b="1" i="0" dirty="0">
                <a:latin typeface="Arial" panose="020B0604020202020204" pitchFamily="34" charset="0"/>
                <a:cs typeface="Arial" panose="020B0604020202020204" pitchFamily="34" charset="0"/>
              </a:rPr>
              <a:t> &amp; </a:t>
            </a:r>
            <a:r>
              <a:rPr lang="en-US" sz="2400" b="1" i="0" dirty="0" err="1">
                <a:latin typeface="Arial" panose="020B0604020202020204" pitchFamily="34" charset="0"/>
                <a:cs typeface="Arial" panose="020B0604020202020204" pitchFamily="34" charset="0"/>
              </a:rPr>
              <a:t>hướng</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phát</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triển</a:t>
            </a:r>
            <a:endParaRPr lang="en-US" sz="2400" b="1" i="0" dirty="0">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C1300F56-6CFF-C9B6-059C-9636F9145D6D}"/>
              </a:ext>
            </a:extLst>
          </p:cNvPr>
          <p:cNvSpPr txBox="1"/>
          <p:nvPr/>
        </p:nvSpPr>
        <p:spPr>
          <a:xfrm>
            <a:off x="428385" y="1553133"/>
            <a:ext cx="4881370" cy="1905073"/>
          </a:xfrm>
          <a:prstGeom prst="rect">
            <a:avLst/>
          </a:prstGeom>
          <a:noFill/>
        </p:spPr>
        <p:txBody>
          <a:bodyPr wrap="square">
            <a:spAutoFit/>
          </a:bodyPr>
          <a:lstStyle/>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Dữ liệu đa chiều, giàu thông tin</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Có xu hướng tích cực giữa sức khỏe &amp; GPA</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Không phù hợp mô hình tuyến tính</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EDA là phương pháp phù hợp nhất</a:t>
            </a:r>
            <a:endParaRPr lang="en-US" sz="20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F2985EAC-2C77-7A41-C5B5-650AE40C1229}"/>
              </a:ext>
            </a:extLst>
          </p:cNvPr>
          <p:cNvSpPr txBox="1">
            <a:spLocks/>
          </p:cNvSpPr>
          <p:nvPr/>
        </p:nvSpPr>
        <p:spPr>
          <a:xfrm>
            <a:off x="428385" y="600299"/>
            <a:ext cx="3911551" cy="488374"/>
          </a:xfrm>
          <a:prstGeom prst="rect">
            <a:avLst/>
          </a:prstGeom>
          <a:noFill/>
        </p:spPr>
        <p:txBody>
          <a:bodyPr vert="horz" lIns="91440" tIns="0" rIns="91440" bIns="91440" rtlCol="0" anchor="t" anchorCtr="0">
            <a:noAutofit/>
          </a:bodyPr>
          <a:lstStyle>
            <a:lvl1pPr algn="l" defTabSz="914400" rtl="0" eaLnBrk="1" latinLnBrk="0" hangingPunct="1">
              <a:lnSpc>
                <a:spcPct val="90000"/>
              </a:lnSpc>
              <a:spcBef>
                <a:spcPct val="0"/>
              </a:spcBef>
              <a:buNone/>
              <a:defRPr lang="en-US" sz="3800" b="0" i="1" kern="1200" spc="100" baseline="0">
                <a:solidFill>
                  <a:schemeClr val="tx1">
                    <a:lumMod val="85000"/>
                    <a:lumOff val="15000"/>
                  </a:schemeClr>
                </a:solidFill>
                <a:latin typeface="+mj-lt"/>
                <a:ea typeface="+mn-ea"/>
                <a:cs typeface="+mn-cs"/>
              </a:defRPr>
            </a:lvl1pPr>
          </a:lstStyle>
          <a:p>
            <a:r>
              <a:rPr lang="en-US" sz="2400" b="1" i="0" dirty="0" err="1">
                <a:latin typeface="Arial" panose="020B0604020202020204" pitchFamily="34" charset="0"/>
                <a:cs typeface="Arial" panose="020B0604020202020204" pitchFamily="34" charset="0"/>
              </a:rPr>
              <a:t>Kết</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luận</a:t>
            </a:r>
            <a:r>
              <a:rPr lang="en-US" sz="2400" b="1" i="0" dirty="0">
                <a:latin typeface="Arial" panose="020B0604020202020204" pitchFamily="34" charset="0"/>
                <a:cs typeface="Arial" panose="020B0604020202020204" pitchFamily="34" charset="0"/>
              </a:rPr>
              <a:t> </a:t>
            </a:r>
            <a:r>
              <a:rPr lang="en-US" sz="2400" b="1" i="0" dirty="0" err="1">
                <a:latin typeface="Arial" panose="020B0604020202020204" pitchFamily="34" charset="0"/>
                <a:cs typeface="Arial" panose="020B0604020202020204" pitchFamily="34" charset="0"/>
              </a:rPr>
              <a:t>chung</a:t>
            </a:r>
            <a:endParaRPr lang="en-US" sz="2400" b="1" i="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6EB17CE0-1EAE-4D2C-6676-0338D1DFFB22}"/>
              </a:ext>
            </a:extLst>
          </p:cNvPr>
          <p:cNvSpPr txBox="1"/>
          <p:nvPr/>
        </p:nvSpPr>
        <p:spPr>
          <a:xfrm>
            <a:off x="6406622" y="1459614"/>
            <a:ext cx="4881370" cy="3751733"/>
          </a:xfrm>
          <a:prstGeom prst="rect">
            <a:avLst/>
          </a:prstGeom>
          <a:noFill/>
        </p:spPr>
        <p:txBody>
          <a:bodyPr wrap="square">
            <a:spAutoFit/>
          </a:bodyPr>
          <a:lstStyle/>
          <a:p>
            <a:pPr>
              <a:lnSpc>
                <a:spcPct val="120000"/>
              </a:lnSpc>
            </a:pPr>
            <a:r>
              <a:rPr lang="vi-VN" sz="2000" dirty="0">
                <a:latin typeface="Arial" panose="020B0604020202020204" pitchFamily="34" charset="0"/>
                <a:cs typeface="Arial" panose="020B0604020202020204" pitchFamily="34" charset="0"/>
              </a:rPr>
              <a:t>Thực tiễn:</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Khuyến khích vận động thể chất</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Giáo dục dinh dưỡng cho sinh viên</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Ứng dụng dashboard trong quản lý sinh viên</a:t>
            </a:r>
          </a:p>
          <a:p>
            <a:pPr>
              <a:lnSpc>
                <a:spcPct val="120000"/>
              </a:lnSpc>
            </a:pPr>
            <a:r>
              <a:rPr lang="vi-VN" sz="2000" dirty="0">
                <a:latin typeface="Arial" panose="020B0604020202020204" pitchFamily="34" charset="0"/>
                <a:cs typeface="Arial" panose="020B0604020202020204" pitchFamily="34" charset="0"/>
              </a:rPr>
              <a:t>Nghiên cứu tiếp theo:</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Tăng kích thước mẫu</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Mô hình phi tuyến / ML</a:t>
            </a:r>
          </a:p>
          <a:p>
            <a:pPr marL="342900" indent="-342900">
              <a:lnSpc>
                <a:spcPct val="120000"/>
              </a:lnSpc>
              <a:buFont typeface="Arial" panose="020B0604020202020204" pitchFamily="34" charset="0"/>
              <a:buChar char="•"/>
            </a:pPr>
            <a:r>
              <a:rPr lang="vi-VN" sz="2000" dirty="0">
                <a:latin typeface="Arial" panose="020B0604020202020204" pitchFamily="34" charset="0"/>
                <a:cs typeface="Arial" panose="020B0604020202020204" pitchFamily="34" charset="0"/>
              </a:rPr>
              <a:t>Thêm biến: giấc ngủ, stress, mental health</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402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F2BDCA-4CF8-7997-E40E-AC4C63D4C3F0}"/>
              </a:ext>
            </a:extLst>
          </p:cNvPr>
          <p:cNvSpPr>
            <a:spLocks noGrp="1"/>
          </p:cNvSpPr>
          <p:nvPr>
            <p:ph type="title"/>
          </p:nvPr>
        </p:nvSpPr>
        <p:spPr>
          <a:xfrm>
            <a:off x="495300" y="1059871"/>
            <a:ext cx="11201400" cy="971552"/>
          </a:xfrm>
        </p:spPr>
        <p:txBody>
          <a:bodyPr>
            <a:normAutofit/>
          </a:bodyPr>
          <a:lstStyle/>
          <a:p>
            <a:pPr algn="ctr"/>
            <a:r>
              <a:rPr lang="en-US" sz="5400" b="1" dirty="0"/>
              <a:t>Thank you for your attention!</a:t>
            </a:r>
          </a:p>
        </p:txBody>
      </p:sp>
      <p:pic>
        <p:nvPicPr>
          <p:cNvPr id="7" name="Picture Placeholder 6" descr="A pile of vegetables and sprouts">
            <a:extLst>
              <a:ext uri="{FF2B5EF4-FFF2-40B4-BE49-F238E27FC236}">
                <a16:creationId xmlns:a16="http://schemas.microsoft.com/office/drawing/2014/main" id="{0103E753-E5D0-6623-774B-39A6B067C891}"/>
              </a:ext>
            </a:extLst>
          </p:cNvPr>
          <p:cNvPicPr>
            <a:picLocks noGrp="1" noChangeAspect="1"/>
          </p:cNvPicPr>
          <p:nvPr>
            <p:ph type="pic" sz="quarter" idx="10"/>
          </p:nvPr>
        </p:nvPicPr>
        <p:blipFill>
          <a:blip r:embed="rId2"/>
          <a:srcRect t="135" b="135"/>
          <a:stretch/>
        </p:blipFill>
        <p:spPr>
          <a:xfrm>
            <a:off x="0" y="2743200"/>
            <a:ext cx="4069080" cy="4114800"/>
          </a:xfrm>
        </p:spPr>
      </p:pic>
      <p:pic>
        <p:nvPicPr>
          <p:cNvPr id="14" name="Picture Placeholder 13" descr="A avocado toast with an egg and sprouts">
            <a:extLst>
              <a:ext uri="{FF2B5EF4-FFF2-40B4-BE49-F238E27FC236}">
                <a16:creationId xmlns:a16="http://schemas.microsoft.com/office/drawing/2014/main" id="{92A2664B-16E1-751E-7623-E795B1276DA4}"/>
              </a:ext>
            </a:extLst>
          </p:cNvPr>
          <p:cNvPicPr>
            <a:picLocks noGrp="1" noChangeAspect="1"/>
          </p:cNvPicPr>
          <p:nvPr>
            <p:ph type="pic" sz="quarter" idx="12"/>
          </p:nvPr>
        </p:nvPicPr>
        <p:blipFill>
          <a:blip r:embed="rId3"/>
          <a:srcRect t="38" b="38"/>
          <a:stretch/>
        </p:blipFill>
        <p:spPr>
          <a:xfrm>
            <a:off x="4061460" y="2743200"/>
            <a:ext cx="4069080" cy="4114800"/>
          </a:xfrm>
        </p:spPr>
      </p:pic>
      <p:pic>
        <p:nvPicPr>
          <p:cNvPr id="18" name="Picture Placeholder 17" descr="Scotch eggs with a twist">
            <a:extLst>
              <a:ext uri="{FF2B5EF4-FFF2-40B4-BE49-F238E27FC236}">
                <a16:creationId xmlns:a16="http://schemas.microsoft.com/office/drawing/2014/main" id="{BCCE6A0F-96FD-2948-3F06-0D1BC1EE10B7}"/>
              </a:ext>
            </a:extLst>
          </p:cNvPr>
          <p:cNvPicPr>
            <a:picLocks noGrp="1" noChangeAspect="1"/>
          </p:cNvPicPr>
          <p:nvPr>
            <p:ph type="pic" sz="quarter" idx="11"/>
          </p:nvPr>
        </p:nvPicPr>
        <p:blipFill>
          <a:blip r:embed="rId4"/>
          <a:srcRect t="135" b="135"/>
          <a:stretch/>
        </p:blipFill>
        <p:spPr>
          <a:xfrm>
            <a:off x="8122920" y="2743200"/>
            <a:ext cx="4069080" cy="4114800"/>
          </a:xfrm>
        </p:spPr>
      </p:pic>
    </p:spTree>
    <p:extLst>
      <p:ext uri="{BB962C8B-B14F-4D97-AF65-F5344CB8AC3E}">
        <p14:creationId xmlns:p14="http://schemas.microsoft.com/office/powerpoint/2010/main" val="1957540715"/>
      </p:ext>
    </p:extLst>
  </p:cSld>
  <p:clrMapOvr>
    <a:masterClrMapping/>
  </p:clrMapOvr>
</p:sld>
</file>

<file path=ppt/theme/theme1.xml><?xml version="1.0" encoding="utf-8"?>
<a:theme xmlns:a="http://schemas.openxmlformats.org/drawingml/2006/main" name="Recipe Book">
  <a:themeElements>
    <a:clrScheme name="Recipe Book">
      <a:dk1>
        <a:srgbClr val="000000"/>
      </a:dk1>
      <a:lt1>
        <a:srgbClr val="FFFFFF"/>
      </a:lt1>
      <a:dk2>
        <a:srgbClr val="533103"/>
      </a:dk2>
      <a:lt2>
        <a:srgbClr val="EFEDEB"/>
      </a:lt2>
      <a:accent1>
        <a:srgbClr val="803386"/>
      </a:accent1>
      <a:accent2>
        <a:srgbClr val="506601"/>
      </a:accent2>
      <a:accent3>
        <a:srgbClr val="CCD737"/>
      </a:accent3>
      <a:accent4>
        <a:srgbClr val="FEB02E"/>
      </a:accent4>
      <a:accent5>
        <a:srgbClr val="D9386C"/>
      </a:accent5>
      <a:accent6>
        <a:srgbClr val="BA5506"/>
      </a:accent6>
      <a:hlink>
        <a:srgbClr val="467886"/>
      </a:hlink>
      <a:folHlink>
        <a:srgbClr val="96607D"/>
      </a:folHlink>
    </a:clrScheme>
    <a:fontScheme name="Custom 30">
      <a:majorFont>
        <a:latin typeface="Avenir Next LT Pro"/>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89533498_Win32_SL_V4" id="{7EC56A2A-540B-489A-B065-A4FCC872C513}" vid="{64210924-CB36-4598-9073-6E79789822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0CDEC42-496C-4380-AC07-73E97C6788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5619AA-2BEA-4051-A87B-B907D5106A5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95D5E752-B2F1-4657-A117-C693330BA229}">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Recipe book</Template>
  <TotalTime>296</TotalTime>
  <Words>956</Words>
  <Application>Microsoft Office PowerPoint</Application>
  <PresentationFormat>Widescreen</PresentationFormat>
  <Paragraphs>104</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Aarial</vt:lpstr>
      <vt:lpstr>Arial</vt:lpstr>
      <vt:lpstr>Avenir Next LT Pro</vt:lpstr>
      <vt:lpstr>Calibri</vt:lpstr>
      <vt:lpstr>Franklin Gothic Book</vt:lpstr>
      <vt:lpstr>Franklin Gothic Medium</vt:lpstr>
      <vt:lpstr>Recipe Book</vt:lpstr>
      <vt:lpstr>FINAL  REPORT</vt:lpstr>
      <vt:lpstr>Topic: Phân tích dữ liệu về hành vi ăn uống và sức khỏe của sinh viên đại học</vt:lpstr>
      <vt:lpstr>Động cơ và bối cảnh nghiên cứu</vt:lpstr>
      <vt:lpstr>Mục tiêu phân tích</vt:lpstr>
      <vt:lpstr>Cấu trúc bộ dữ liệu</vt:lpstr>
      <vt:lpstr>Phương pháp nghiên cứu</vt:lpstr>
      <vt:lpstr>Phân bố giới tính</vt:lpstr>
      <vt:lpstr>Sở thích ẩm thực</vt:lpstr>
      <vt:lpstr>Ăn ngoài và thu nhập</vt:lpstr>
      <vt:lpstr>Calories_day &amp; Outlier</vt:lpstr>
      <vt:lpstr>PowerPoint Presentation</vt:lpstr>
      <vt:lpstr>Tương quan các biến</vt:lpstr>
      <vt:lpstr>Mô hình dự đoán 2</vt:lpstr>
      <vt:lpstr>Đề xuất &amp; hướng phát triển</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REPORT</dc:title>
  <dc:creator>pc</dc:creator>
  <cp:lastModifiedBy>pc</cp:lastModifiedBy>
  <cp:revision>10</cp:revision>
  <dcterms:created xsi:type="dcterms:W3CDTF">2025-12-30T03:43:04Z</dcterms:created>
  <dcterms:modified xsi:type="dcterms:W3CDTF">2025-12-30T08:39:30Z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